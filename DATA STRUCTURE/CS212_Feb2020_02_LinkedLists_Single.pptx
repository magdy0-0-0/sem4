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6858000" cx="12192000"/>
  <p:notesSz cx="6858000" cy="9144000"/>
  <p:embeddedFontLst>
    <p:embeddedFont>
      <p:font typeface="Corbel"/>
      <p:regular r:id="rId47"/>
      <p:bold r:id="rId48"/>
      <p:italic r:id="rId49"/>
      <p:boldItalic r:id="rId50"/>
    </p:embeddedFont>
    <p:embeddedFont>
      <p:font typeface="Century Gothic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gOPo7X2I2CAm0Yg03Ep9BCKq1R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CenturyGothic-regular.fntdata"/><Relationship Id="rId50" Type="http://schemas.openxmlformats.org/officeDocument/2006/relationships/font" Target="fonts/Corbel-boldItalic.fntdata"/><Relationship Id="rId53" Type="http://schemas.openxmlformats.org/officeDocument/2006/relationships/font" Target="fonts/CenturyGothic-italic.fntdata"/><Relationship Id="rId52" Type="http://schemas.openxmlformats.org/officeDocument/2006/relationships/font" Target="fonts/CenturyGothic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CenturyGothic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5" name="Google Shape;76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1" name="Google Shape;84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6" name="Google Shape;85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4" name="Google Shape;86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4" name="Google Shape;87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8" name="Google Shape;928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5" name="Google Shape;9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2" name="Google Shape;98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44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4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44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44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44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44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44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4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6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4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0" name="Google Shape;50;p4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1" name="Google Shape;51;p4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8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7" name="Google Shape;57;p48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58" name="Google Shape;58;p48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59" name="Google Shape;59;p48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0" name="Google Shape;60;p4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1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51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5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2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2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52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5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3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3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3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5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4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4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01" name="Google Shape;101;p5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02" name="Google Shape;102;p5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5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55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6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6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/>
          </a:p>
        </p:txBody>
      </p:sp>
      <p:sp>
        <p:nvSpPr>
          <p:cNvPr id="116" name="Google Shape;116;p5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lang="en-US" sz="8000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/>
          </a:p>
        </p:txBody>
      </p:sp>
      <p:sp>
        <p:nvSpPr>
          <p:cNvPr id="117" name="Google Shape;117;p5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7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57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8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58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58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9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0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60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3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4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4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4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4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4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4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4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4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4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4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"/>
          <p:cNvSpPr txBox="1"/>
          <p:nvPr/>
        </p:nvSpPr>
        <p:spPr>
          <a:xfrm>
            <a:off x="1143001" y="274922"/>
            <a:ext cx="11537576" cy="3554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Arab Academy for Science , Technology &amp; Maritime Transport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College of Computing and Information Technology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Structures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Algorithms (CS212)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5096435" y="4020673"/>
            <a:ext cx="6427694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  <a:t>Section 02 :</a:t>
            </a:r>
            <a:b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04D86"/>
                </a:solidFill>
                <a:latin typeface="Calibri"/>
                <a:ea typeface="Calibri"/>
                <a:cs typeface="Calibri"/>
                <a:sym typeface="Calibri"/>
              </a:rPr>
              <a:t>Single Linked Lists</a:t>
            </a:r>
            <a:endParaRPr b="1" i="0" sz="4800" u="none" cap="none" strike="noStrike">
              <a:solidFill>
                <a:srgbClr val="004D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"/>
          <p:cNvSpPr/>
          <p:nvPr/>
        </p:nvSpPr>
        <p:spPr>
          <a:xfrm>
            <a:off x="235537" y="1856598"/>
            <a:ext cx="1653981" cy="1653981"/>
          </a:xfrm>
          <a:prstGeom prst="ellipse">
            <a:avLst/>
          </a:prstGeom>
          <a:solidFill>
            <a:srgbClr val="F2F2F2"/>
          </a:solidFill>
          <a:ln cap="flat" cmpd="sng" w="76200">
            <a:solidFill>
              <a:schemeClr val="dk1">
                <a:alpha val="3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E:\Photoshop\CCIT_LOGO\CCIT2012_Mhmoudko\1000px.png"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537" y="1949824"/>
            <a:ext cx="1682672" cy="153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786" y="5189502"/>
            <a:ext cx="1662131" cy="128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877" y="5264033"/>
            <a:ext cx="1129880" cy="87069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"/>
          <p:cNvSpPr txBox="1"/>
          <p:nvPr/>
        </p:nvSpPr>
        <p:spPr>
          <a:xfrm>
            <a:off x="5674659" y="5822576"/>
            <a:ext cx="584947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Eng. Mahmoud Osama Radwan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mhmoudko.osama@gmail.com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"/>
          <p:cNvSpPr/>
          <p:nvPr/>
        </p:nvSpPr>
        <p:spPr>
          <a:xfrm>
            <a:off x="1672188" y="70582"/>
            <a:ext cx="9637060" cy="809622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Section Index</a:t>
            </a:r>
            <a:endParaRPr b="1" i="1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3117723" y="907913"/>
            <a:ext cx="6903734" cy="5632311"/>
          </a:xfrm>
          <a:prstGeom prst="rect">
            <a:avLst/>
          </a:prstGeom>
          <a:solidFill>
            <a:srgbClr val="D4EDFB"/>
          </a:solidFill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Lists ?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Linked Lists ?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to Create Linked Lists ?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at Head of Linked List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at End of Linked List [aka Insert X]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Insert at nth position in a Linked List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Search For X in a Linked List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Delete X from a Linked List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Count Elements in a Linked List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Display/Print the Linked List</a:t>
            </a:r>
            <a:endParaRPr b="0" i="0" sz="2800" u="none" cap="none" strike="noStrike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Lists</a:t>
            </a:r>
            <a:endParaRPr b="1" i="1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1190064" y="1316415"/>
            <a:ext cx="10582835" cy="501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i="0" lang="en-US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a List ?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A Collection of Elements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can we implement Lists ?</a:t>
            </a:r>
            <a:b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b="1"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b="1" i="0" lang="en-US" sz="3600" u="none" cap="none" strike="noStrike">
                <a:solidFill>
                  <a:srgbClr val="0000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1- Arrays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x[10];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y[20];</a:t>
            </a:r>
            <a:br>
              <a:rPr b="0" i="0" lang="en-US" sz="3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36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</a:t>
            </a:r>
            <a:r>
              <a:rPr b="1" i="0" lang="en-US" sz="3600" u="none" cap="none" strike="noStrike">
                <a:solidFill>
                  <a:srgbClr val="0000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2- Linked Lists</a:t>
            </a:r>
            <a:endParaRPr/>
          </a:p>
        </p:txBody>
      </p:sp>
      <p:pic>
        <p:nvPicPr>
          <p:cNvPr descr="https://docs.oracle.com/javase/tutorial/figures/java/objects-tenElementArray.gif" id="167" name="Google Shape;1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8504" y="3617260"/>
            <a:ext cx="5411508" cy="165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 txBox="1"/>
          <p:nvPr/>
        </p:nvSpPr>
        <p:spPr>
          <a:xfrm>
            <a:off x="1297640" y="1316415"/>
            <a:ext cx="1058283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So, What is a Linked List 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	Collection of elements connected with each other using pointers , it can be accessed using the “head” pointer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5" name="Google Shape;1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2067" y="3549252"/>
            <a:ext cx="9122496" cy="221953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Implementation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4514849" y="1616257"/>
            <a:ext cx="3933266" cy="2062103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1" sz="3200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3" name="Google Shape;18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844" y="4070935"/>
            <a:ext cx="7696829" cy="187266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 txBox="1"/>
          <p:nvPr/>
        </p:nvSpPr>
        <p:spPr>
          <a:xfrm>
            <a:off x="1662952" y="1954978"/>
            <a:ext cx="3933266" cy="2062103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1" sz="3200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, Define the Structure of the nodes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1662952" y="1954978"/>
            <a:ext cx="5347448" cy="304698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3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*head = NULL; </a:t>
            </a:r>
            <a:endParaRPr b="1" sz="3200">
              <a:solidFill>
                <a:srgbClr val="0000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" name="Google Shape;199;p7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Secondly , Initialize the list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9036424" y="2007757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" name="Google Shape;201;p7"/>
          <p:cNvCxnSpPr/>
          <p:nvPr/>
        </p:nvCxnSpPr>
        <p:spPr>
          <a:xfrm>
            <a:off x="9144001" y="251874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7"/>
          <p:cNvCxnSpPr/>
          <p:nvPr/>
        </p:nvCxnSpPr>
        <p:spPr>
          <a:xfrm>
            <a:off x="9256060" y="259046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7"/>
          <p:cNvCxnSpPr/>
          <p:nvPr/>
        </p:nvCxnSpPr>
        <p:spPr>
          <a:xfrm>
            <a:off x="9336742" y="266666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7"/>
          <p:cNvSpPr txBox="1"/>
          <p:nvPr/>
        </p:nvSpPr>
        <p:spPr>
          <a:xfrm>
            <a:off x="8471647" y="1546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 txBox="1"/>
          <p:nvPr/>
        </p:nvSpPr>
        <p:spPr>
          <a:xfrm>
            <a:off x="1662951" y="1954978"/>
            <a:ext cx="5773271" cy="353943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*head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2" name="Google Shape;212;p8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 , Create Nodes …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13" name="Google Shape;213;p8"/>
          <p:cNvCxnSpPr/>
          <p:nvPr/>
        </p:nvCxnSpPr>
        <p:spPr>
          <a:xfrm>
            <a:off x="9036424" y="2007757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4" name="Google Shape;214;p8"/>
          <p:cNvCxnSpPr/>
          <p:nvPr/>
        </p:nvCxnSpPr>
        <p:spPr>
          <a:xfrm>
            <a:off x="9144001" y="251874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8"/>
          <p:cNvCxnSpPr/>
          <p:nvPr/>
        </p:nvCxnSpPr>
        <p:spPr>
          <a:xfrm>
            <a:off x="9256060" y="259046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8"/>
          <p:cNvCxnSpPr/>
          <p:nvPr/>
        </p:nvCxnSpPr>
        <p:spPr>
          <a:xfrm>
            <a:off x="9336742" y="266666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8"/>
          <p:cNvSpPr txBox="1"/>
          <p:nvPr/>
        </p:nvSpPr>
        <p:spPr>
          <a:xfrm>
            <a:off x="8471647" y="1546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252013" y="337521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252013" y="337521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20" name="Google Shape;220;p8"/>
          <p:cNvCxnSpPr/>
          <p:nvPr/>
        </p:nvCxnSpPr>
        <p:spPr>
          <a:xfrm>
            <a:off x="8252013" y="2904565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" name="Google Shape;221;p8"/>
          <p:cNvSpPr txBox="1"/>
          <p:nvPr/>
        </p:nvSpPr>
        <p:spPr>
          <a:xfrm>
            <a:off x="7687236" y="2442900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 txBox="1"/>
          <p:nvPr/>
        </p:nvSpPr>
        <p:spPr>
          <a:xfrm>
            <a:off x="1662951" y="1954978"/>
            <a:ext cx="5773271" cy="3970318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*head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*temp = new Node();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temp-&gt;next = NULL; </a:t>
            </a:r>
            <a:endParaRPr/>
          </a:p>
        </p:txBody>
      </p:sp>
      <p:sp>
        <p:nvSpPr>
          <p:cNvPr id="229" name="Google Shape;229;p9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Then , Create Nodes …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0" name="Google Shape;230;p9"/>
          <p:cNvCxnSpPr/>
          <p:nvPr/>
        </p:nvCxnSpPr>
        <p:spPr>
          <a:xfrm>
            <a:off x="9036424" y="2007757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9"/>
          <p:cNvCxnSpPr/>
          <p:nvPr/>
        </p:nvCxnSpPr>
        <p:spPr>
          <a:xfrm>
            <a:off x="9144001" y="251874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9"/>
          <p:cNvCxnSpPr/>
          <p:nvPr/>
        </p:nvCxnSpPr>
        <p:spPr>
          <a:xfrm>
            <a:off x="9256060" y="259046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9"/>
          <p:cNvCxnSpPr/>
          <p:nvPr/>
        </p:nvCxnSpPr>
        <p:spPr>
          <a:xfrm>
            <a:off x="9336742" y="266666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9"/>
          <p:cNvSpPr txBox="1"/>
          <p:nvPr/>
        </p:nvSpPr>
        <p:spPr>
          <a:xfrm>
            <a:off x="8471647" y="1546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8252013" y="337521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8252013" y="337521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37" name="Google Shape;237;p9"/>
          <p:cNvCxnSpPr/>
          <p:nvPr/>
        </p:nvCxnSpPr>
        <p:spPr>
          <a:xfrm>
            <a:off x="9130554" y="3590366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9"/>
          <p:cNvCxnSpPr/>
          <p:nvPr/>
        </p:nvCxnSpPr>
        <p:spPr>
          <a:xfrm rot="10800000">
            <a:off x="9686367" y="3603812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39" name="Google Shape;239;p9"/>
          <p:cNvCxnSpPr/>
          <p:nvPr/>
        </p:nvCxnSpPr>
        <p:spPr>
          <a:xfrm>
            <a:off x="9361397" y="4002404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9"/>
          <p:cNvCxnSpPr/>
          <p:nvPr/>
        </p:nvCxnSpPr>
        <p:spPr>
          <a:xfrm>
            <a:off x="9473456" y="4074122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9"/>
          <p:cNvCxnSpPr/>
          <p:nvPr/>
        </p:nvCxnSpPr>
        <p:spPr>
          <a:xfrm>
            <a:off x="9554138" y="4150322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9"/>
          <p:cNvCxnSpPr/>
          <p:nvPr/>
        </p:nvCxnSpPr>
        <p:spPr>
          <a:xfrm>
            <a:off x="8252013" y="2904565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9"/>
          <p:cNvSpPr txBox="1"/>
          <p:nvPr/>
        </p:nvSpPr>
        <p:spPr>
          <a:xfrm>
            <a:off x="7687236" y="2442900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1662951" y="1899558"/>
            <a:ext cx="5773271" cy="4893647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*head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*temp = new Node();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temp-&gt;data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temp-&gt;next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 = temp;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Point the head to the newly created node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52" name="Google Shape;252;p10"/>
          <p:cNvCxnSpPr/>
          <p:nvPr/>
        </p:nvCxnSpPr>
        <p:spPr>
          <a:xfrm>
            <a:off x="8776448" y="2673732"/>
            <a:ext cx="75594" cy="66406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3" name="Google Shape;253;p10"/>
          <p:cNvSpPr txBox="1"/>
          <p:nvPr/>
        </p:nvSpPr>
        <p:spPr>
          <a:xfrm>
            <a:off x="8375277" y="2302716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8252013" y="337521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8252013" y="337521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56" name="Google Shape;256;p10"/>
          <p:cNvCxnSpPr/>
          <p:nvPr/>
        </p:nvCxnSpPr>
        <p:spPr>
          <a:xfrm>
            <a:off x="9130554" y="3590366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10"/>
          <p:cNvCxnSpPr/>
          <p:nvPr/>
        </p:nvCxnSpPr>
        <p:spPr>
          <a:xfrm rot="10800000">
            <a:off x="9686367" y="3603812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58" name="Google Shape;258;p10"/>
          <p:cNvCxnSpPr/>
          <p:nvPr/>
        </p:nvCxnSpPr>
        <p:spPr>
          <a:xfrm>
            <a:off x="9361397" y="4002404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10"/>
          <p:cNvCxnSpPr/>
          <p:nvPr/>
        </p:nvCxnSpPr>
        <p:spPr>
          <a:xfrm>
            <a:off x="9473456" y="4074122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10"/>
          <p:cNvCxnSpPr/>
          <p:nvPr/>
        </p:nvCxnSpPr>
        <p:spPr>
          <a:xfrm>
            <a:off x="9554138" y="4150322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/>
        </p:nvSpPr>
        <p:spPr>
          <a:xfrm>
            <a:off x="1662951" y="1899558"/>
            <a:ext cx="5773271" cy="4893647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*head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*temp = new Node();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temp-&gt;data = 10;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temp-&gt;next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head = temp;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7075054" y="3126483"/>
            <a:ext cx="4971675" cy="2751078"/>
          </a:xfrm>
          <a:prstGeom prst="horizontalScroll">
            <a:avLst>
              <a:gd fmla="val 7495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How to inset at Head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How to insert at 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How to insert at nth Position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Lists: How to create ?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302731" y="1233031"/>
            <a:ext cx="5396547" cy="1893452"/>
          </a:xfrm>
          <a:prstGeom prst="cloudCallout">
            <a:avLst>
              <a:gd fmla="val -46848" name="adj1"/>
              <a:gd fmla="val 53232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That’s the basic idea to create list and nodes, now let’s use functions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Functions to Create Nodes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 txBox="1"/>
          <p:nvPr/>
        </p:nvSpPr>
        <p:spPr>
          <a:xfrm>
            <a:off x="924042" y="1379513"/>
            <a:ext cx="5773271" cy="544764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Node {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data; 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main(){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*list1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*list2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*list3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insert(list1,10);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insert(list2,20);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</a:t>
            </a: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7075054" y="3953214"/>
            <a:ext cx="4971675" cy="2751078"/>
          </a:xfrm>
          <a:prstGeom prst="horizontalScroll">
            <a:avLst>
              <a:gd fmla="val 7495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How to inset at Head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2- How to insert at End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3- How to insert at nth Position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589057" y="1820272"/>
            <a:ext cx="5396547" cy="1893452"/>
          </a:xfrm>
          <a:prstGeom prst="cloudCallout">
            <a:avLst>
              <a:gd fmla="val -77998" name="adj1"/>
              <a:gd fmla="val 106890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We Need to create linked lists and nodes this way better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Head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 txBox="1"/>
          <p:nvPr/>
        </p:nvSpPr>
        <p:spPr>
          <a:xfrm>
            <a:off x="1662951" y="1877337"/>
            <a:ext cx="6999197" cy="120032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(Node *&amp;head ,int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, create the function header: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87" name="Google Shape;287;p13"/>
          <p:cNvCxnSpPr/>
          <p:nvPr/>
        </p:nvCxnSpPr>
        <p:spPr>
          <a:xfrm>
            <a:off x="6497172" y="4758234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13"/>
          <p:cNvSpPr txBox="1"/>
          <p:nvPr/>
        </p:nvSpPr>
        <p:spPr>
          <a:xfrm>
            <a:off x="5932395" y="42965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981266" y="536492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6981266" y="536492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91" name="Google Shape;291;p13"/>
          <p:cNvCxnSpPr/>
          <p:nvPr/>
        </p:nvCxnSpPr>
        <p:spPr>
          <a:xfrm>
            <a:off x="7859807" y="558007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2" name="Google Shape;292;p13"/>
          <p:cNvCxnSpPr/>
          <p:nvPr/>
        </p:nvCxnSpPr>
        <p:spPr>
          <a:xfrm rot="10800000">
            <a:off x="8415620" y="559352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293" name="Google Shape;293;p13"/>
          <p:cNvCxnSpPr/>
          <p:nvPr/>
        </p:nvCxnSpPr>
        <p:spPr>
          <a:xfrm>
            <a:off x="8090650" y="599211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3"/>
          <p:cNvCxnSpPr/>
          <p:nvPr/>
        </p:nvCxnSpPr>
        <p:spPr>
          <a:xfrm>
            <a:off x="8202709" y="606383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13"/>
          <p:cNvCxnSpPr/>
          <p:nvPr/>
        </p:nvCxnSpPr>
        <p:spPr>
          <a:xfrm>
            <a:off x="8283391" y="614003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6" name="Google Shape;296;p13"/>
          <p:cNvSpPr/>
          <p:nvPr/>
        </p:nvSpPr>
        <p:spPr>
          <a:xfrm>
            <a:off x="8598376" y="3588163"/>
            <a:ext cx="3551245" cy="1893452"/>
          </a:xfrm>
          <a:prstGeom prst="cloudCallout">
            <a:avLst>
              <a:gd fmla="val -59670" name="adj1"/>
              <a:gd fmla="val 45426" name="adj2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Assume u have a list already created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Head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1662951" y="1836996"/>
            <a:ext cx="6999197" cy="193899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4" name="Google Shape;304;p14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Node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05" name="Google Shape;305;p14"/>
          <p:cNvCxnSpPr/>
          <p:nvPr/>
        </p:nvCxnSpPr>
        <p:spPr>
          <a:xfrm>
            <a:off x="3014384" y="4758234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" name="Google Shape;306;p14"/>
          <p:cNvSpPr txBox="1"/>
          <p:nvPr/>
        </p:nvSpPr>
        <p:spPr>
          <a:xfrm>
            <a:off x="2449607" y="42965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3498478" y="536492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3498478" y="536492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09" name="Google Shape;309;p14"/>
          <p:cNvCxnSpPr/>
          <p:nvPr/>
        </p:nvCxnSpPr>
        <p:spPr>
          <a:xfrm>
            <a:off x="4377019" y="558007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4"/>
          <p:cNvCxnSpPr/>
          <p:nvPr/>
        </p:nvCxnSpPr>
        <p:spPr>
          <a:xfrm rot="10800000">
            <a:off x="4932832" y="559352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11" name="Google Shape;311;p14"/>
          <p:cNvCxnSpPr/>
          <p:nvPr/>
        </p:nvCxnSpPr>
        <p:spPr>
          <a:xfrm>
            <a:off x="4607862" y="599211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4"/>
          <p:cNvCxnSpPr/>
          <p:nvPr/>
        </p:nvCxnSpPr>
        <p:spPr>
          <a:xfrm>
            <a:off x="4719921" y="606383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4"/>
          <p:cNvCxnSpPr/>
          <p:nvPr/>
        </p:nvCxnSpPr>
        <p:spPr>
          <a:xfrm>
            <a:off x="4800603" y="614003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4"/>
          <p:cNvCxnSpPr/>
          <p:nvPr/>
        </p:nvCxnSpPr>
        <p:spPr>
          <a:xfrm>
            <a:off x="6497172" y="4758234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4"/>
          <p:cNvSpPr txBox="1"/>
          <p:nvPr/>
        </p:nvSpPr>
        <p:spPr>
          <a:xfrm>
            <a:off x="5932395" y="42965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6981266" y="536492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981266" y="536492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18" name="Google Shape;318;p14"/>
          <p:cNvCxnSpPr/>
          <p:nvPr/>
        </p:nvCxnSpPr>
        <p:spPr>
          <a:xfrm>
            <a:off x="7859807" y="558007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4"/>
          <p:cNvCxnSpPr/>
          <p:nvPr/>
        </p:nvCxnSpPr>
        <p:spPr>
          <a:xfrm rot="10800000">
            <a:off x="8415620" y="559352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20" name="Google Shape;320;p14"/>
          <p:cNvCxnSpPr/>
          <p:nvPr/>
        </p:nvCxnSpPr>
        <p:spPr>
          <a:xfrm>
            <a:off x="8090650" y="599211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4"/>
          <p:cNvCxnSpPr/>
          <p:nvPr/>
        </p:nvCxnSpPr>
        <p:spPr>
          <a:xfrm>
            <a:off x="8202709" y="606383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4"/>
          <p:cNvCxnSpPr/>
          <p:nvPr/>
        </p:nvCxnSpPr>
        <p:spPr>
          <a:xfrm>
            <a:off x="8283391" y="614003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Head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1662951" y="1836996"/>
            <a:ext cx="6999197" cy="193899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head;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30" name="Google Shape;330;p15"/>
          <p:cNvCxnSpPr/>
          <p:nvPr/>
        </p:nvCxnSpPr>
        <p:spPr>
          <a:xfrm>
            <a:off x="6497172" y="4758234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" name="Google Shape;331;p15"/>
          <p:cNvSpPr txBox="1"/>
          <p:nvPr/>
        </p:nvSpPr>
        <p:spPr>
          <a:xfrm>
            <a:off x="5932395" y="42965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15"/>
          <p:cNvSpPr/>
          <p:nvPr/>
        </p:nvSpPr>
        <p:spPr>
          <a:xfrm>
            <a:off x="6981266" y="536492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6981266" y="536492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34" name="Google Shape;334;p15"/>
          <p:cNvCxnSpPr/>
          <p:nvPr/>
        </p:nvCxnSpPr>
        <p:spPr>
          <a:xfrm>
            <a:off x="7859807" y="558007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5"/>
          <p:cNvCxnSpPr/>
          <p:nvPr/>
        </p:nvCxnSpPr>
        <p:spPr>
          <a:xfrm rot="10800000">
            <a:off x="8415620" y="559352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36" name="Google Shape;336;p15"/>
          <p:cNvCxnSpPr/>
          <p:nvPr/>
        </p:nvCxnSpPr>
        <p:spPr>
          <a:xfrm>
            <a:off x="8090650" y="599211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5"/>
          <p:cNvCxnSpPr/>
          <p:nvPr/>
        </p:nvCxnSpPr>
        <p:spPr>
          <a:xfrm>
            <a:off x="8202709" y="606383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5"/>
          <p:cNvCxnSpPr/>
          <p:nvPr/>
        </p:nvCxnSpPr>
        <p:spPr>
          <a:xfrm>
            <a:off x="8283391" y="614003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5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Adjust the links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340" name="Google Shape;340;p15"/>
          <p:cNvCxnSpPr/>
          <p:nvPr/>
        </p:nvCxnSpPr>
        <p:spPr>
          <a:xfrm>
            <a:off x="3859310" y="4953217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15"/>
          <p:cNvSpPr txBox="1"/>
          <p:nvPr/>
        </p:nvSpPr>
        <p:spPr>
          <a:xfrm>
            <a:off x="3294533" y="449155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343404" y="555990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4343404" y="555990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44" name="Google Shape;344;p15"/>
          <p:cNvCxnSpPr/>
          <p:nvPr/>
        </p:nvCxnSpPr>
        <p:spPr>
          <a:xfrm flipH="1">
            <a:off x="5267890" y="5593520"/>
            <a:ext cx="1617005" cy="16136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Head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 txBox="1"/>
          <p:nvPr/>
        </p:nvSpPr>
        <p:spPr>
          <a:xfrm>
            <a:off x="1662951" y="1836996"/>
            <a:ext cx="6999197" cy="230832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 = temp;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7048502" y="540323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7048502" y="540323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54" name="Google Shape;354;p16"/>
          <p:cNvCxnSpPr/>
          <p:nvPr/>
        </p:nvCxnSpPr>
        <p:spPr>
          <a:xfrm>
            <a:off x="7927043" y="561838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6"/>
          <p:cNvCxnSpPr/>
          <p:nvPr/>
        </p:nvCxnSpPr>
        <p:spPr>
          <a:xfrm rot="10800000">
            <a:off x="8482856" y="563183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56" name="Google Shape;356;p16"/>
          <p:cNvCxnSpPr/>
          <p:nvPr/>
        </p:nvCxnSpPr>
        <p:spPr>
          <a:xfrm>
            <a:off x="8157886" y="603042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6"/>
          <p:cNvCxnSpPr/>
          <p:nvPr/>
        </p:nvCxnSpPr>
        <p:spPr>
          <a:xfrm>
            <a:off x="8269945" y="610214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16"/>
          <p:cNvCxnSpPr/>
          <p:nvPr/>
        </p:nvCxnSpPr>
        <p:spPr>
          <a:xfrm>
            <a:off x="8350627" y="617834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6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Also adjust the head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0" name="Google Shape;360;p16"/>
          <p:cNvSpPr/>
          <p:nvPr/>
        </p:nvSpPr>
        <p:spPr>
          <a:xfrm>
            <a:off x="4410640" y="559821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4410640" y="559821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62" name="Google Shape;362;p16"/>
          <p:cNvCxnSpPr/>
          <p:nvPr/>
        </p:nvCxnSpPr>
        <p:spPr>
          <a:xfrm flipH="1">
            <a:off x="5335126" y="5631830"/>
            <a:ext cx="1617005" cy="16136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63" name="Google Shape;363;p16"/>
          <p:cNvCxnSpPr>
            <a:endCxn id="361" idx="0"/>
          </p:cNvCxnSpPr>
          <p:nvPr/>
        </p:nvCxnSpPr>
        <p:spPr>
          <a:xfrm>
            <a:off x="4744575" y="4953213"/>
            <a:ext cx="0" cy="64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" name="Google Shape;364;p16"/>
          <p:cNvSpPr txBox="1"/>
          <p:nvPr/>
        </p:nvSpPr>
        <p:spPr>
          <a:xfrm>
            <a:off x="4286255" y="45251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65" name="Google Shape;365;p16"/>
          <p:cNvCxnSpPr/>
          <p:nvPr/>
        </p:nvCxnSpPr>
        <p:spPr>
          <a:xfrm>
            <a:off x="3859310" y="4953217"/>
            <a:ext cx="484094" cy="47064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16"/>
          <p:cNvSpPr txBox="1"/>
          <p:nvPr/>
        </p:nvSpPr>
        <p:spPr>
          <a:xfrm>
            <a:off x="3294533" y="449155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Head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 txBox="1"/>
          <p:nvPr/>
        </p:nvSpPr>
        <p:spPr>
          <a:xfrm>
            <a:off x="1662951" y="1836996"/>
            <a:ext cx="6999197" cy="230832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head = temp;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7048502" y="540323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7048502" y="540323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76" name="Google Shape;376;p17"/>
          <p:cNvCxnSpPr/>
          <p:nvPr/>
        </p:nvCxnSpPr>
        <p:spPr>
          <a:xfrm>
            <a:off x="7927043" y="561838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7"/>
          <p:cNvCxnSpPr/>
          <p:nvPr/>
        </p:nvCxnSpPr>
        <p:spPr>
          <a:xfrm rot="10800000">
            <a:off x="8482856" y="563183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78" name="Google Shape;378;p17"/>
          <p:cNvCxnSpPr/>
          <p:nvPr/>
        </p:nvCxnSpPr>
        <p:spPr>
          <a:xfrm>
            <a:off x="8157886" y="603042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7"/>
          <p:cNvCxnSpPr/>
          <p:nvPr/>
        </p:nvCxnSpPr>
        <p:spPr>
          <a:xfrm>
            <a:off x="8269945" y="610214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7"/>
          <p:cNvCxnSpPr/>
          <p:nvPr/>
        </p:nvCxnSpPr>
        <p:spPr>
          <a:xfrm>
            <a:off x="8350627" y="617834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17"/>
          <p:cNvSpPr/>
          <p:nvPr/>
        </p:nvSpPr>
        <p:spPr>
          <a:xfrm>
            <a:off x="4410640" y="559821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4410640" y="559821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83" name="Google Shape;383;p17"/>
          <p:cNvCxnSpPr/>
          <p:nvPr/>
        </p:nvCxnSpPr>
        <p:spPr>
          <a:xfrm flipH="1">
            <a:off x="5335126" y="5631830"/>
            <a:ext cx="1617005" cy="16136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84" name="Google Shape;384;p17"/>
          <p:cNvCxnSpPr>
            <a:endCxn id="382" idx="0"/>
          </p:cNvCxnSpPr>
          <p:nvPr/>
        </p:nvCxnSpPr>
        <p:spPr>
          <a:xfrm>
            <a:off x="4744575" y="4953213"/>
            <a:ext cx="0" cy="645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17"/>
          <p:cNvSpPr txBox="1"/>
          <p:nvPr/>
        </p:nvSpPr>
        <p:spPr>
          <a:xfrm>
            <a:off x="4286255" y="4525169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8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1662951" y="1836996"/>
            <a:ext cx="6999197" cy="120032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insertEnd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(Node *&amp;head ,int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93" name="Google Shape;393;p18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" name="Google Shape;394;p18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5" name="Google Shape;395;p18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6" name="Google Shape;396;p18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397" name="Google Shape;397;p18"/>
          <p:cNvCxnSpPr/>
          <p:nvPr/>
        </p:nvCxnSpPr>
        <p:spPr>
          <a:xfrm>
            <a:off x="7548283" y="6176438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18"/>
          <p:cNvCxnSpPr/>
          <p:nvPr/>
        </p:nvCxnSpPr>
        <p:spPr>
          <a:xfrm rot="10800000">
            <a:off x="8104096" y="6189884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399" name="Google Shape;399;p18"/>
          <p:cNvCxnSpPr/>
          <p:nvPr/>
        </p:nvCxnSpPr>
        <p:spPr>
          <a:xfrm>
            <a:off x="7779126" y="6588476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8"/>
          <p:cNvCxnSpPr/>
          <p:nvPr/>
        </p:nvCxnSpPr>
        <p:spPr>
          <a:xfrm>
            <a:off x="7891185" y="6660194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8"/>
          <p:cNvCxnSpPr/>
          <p:nvPr/>
        </p:nvCxnSpPr>
        <p:spPr>
          <a:xfrm>
            <a:off x="7971867" y="6736394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8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3" name="Google Shape;403;p18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04" name="Google Shape;404;p18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05" name="Google Shape;405;p18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07" name="Google Shape;407;p18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9"/>
          <p:cNvSpPr txBox="1"/>
          <p:nvPr/>
        </p:nvSpPr>
        <p:spPr>
          <a:xfrm>
            <a:off x="1662951" y="1836996"/>
            <a:ext cx="6999197" cy="193899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5" name="Google Shape;415;p19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a Node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6" name="Google Shape;416;p19"/>
          <p:cNvSpPr/>
          <p:nvPr/>
        </p:nvSpPr>
        <p:spPr>
          <a:xfrm>
            <a:off x="9853232" y="593888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7" name="Google Shape;417;p19"/>
          <p:cNvSpPr/>
          <p:nvPr/>
        </p:nvSpPr>
        <p:spPr>
          <a:xfrm>
            <a:off x="9853232" y="593888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18" name="Google Shape;418;p19"/>
          <p:cNvCxnSpPr/>
          <p:nvPr/>
        </p:nvCxnSpPr>
        <p:spPr>
          <a:xfrm>
            <a:off x="10736256" y="613386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9"/>
          <p:cNvCxnSpPr/>
          <p:nvPr/>
        </p:nvCxnSpPr>
        <p:spPr>
          <a:xfrm rot="10800000">
            <a:off x="11292069" y="614731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20" name="Google Shape;420;p19"/>
          <p:cNvCxnSpPr/>
          <p:nvPr/>
        </p:nvCxnSpPr>
        <p:spPr>
          <a:xfrm>
            <a:off x="10967099" y="654590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19"/>
          <p:cNvCxnSpPr/>
          <p:nvPr/>
        </p:nvCxnSpPr>
        <p:spPr>
          <a:xfrm>
            <a:off x="11079158" y="661762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19"/>
          <p:cNvCxnSpPr/>
          <p:nvPr/>
        </p:nvCxnSpPr>
        <p:spPr>
          <a:xfrm>
            <a:off x="11159840" y="669382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9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4" name="Google Shape;424;p19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5" name="Google Shape;425;p19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6" name="Google Shape;426;p19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27" name="Google Shape;427;p19"/>
          <p:cNvCxnSpPr/>
          <p:nvPr/>
        </p:nvCxnSpPr>
        <p:spPr>
          <a:xfrm>
            <a:off x="7548283" y="6176438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9"/>
          <p:cNvCxnSpPr/>
          <p:nvPr/>
        </p:nvCxnSpPr>
        <p:spPr>
          <a:xfrm rot="10800000">
            <a:off x="8104096" y="6189884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29" name="Google Shape;429;p19"/>
          <p:cNvCxnSpPr/>
          <p:nvPr/>
        </p:nvCxnSpPr>
        <p:spPr>
          <a:xfrm>
            <a:off x="7779126" y="6588476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9"/>
          <p:cNvCxnSpPr/>
          <p:nvPr/>
        </p:nvCxnSpPr>
        <p:spPr>
          <a:xfrm>
            <a:off x="7891185" y="6660194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9"/>
          <p:cNvCxnSpPr/>
          <p:nvPr/>
        </p:nvCxnSpPr>
        <p:spPr>
          <a:xfrm>
            <a:off x="7971867" y="6736394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2" name="Google Shape;432;p19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3" name="Google Shape;433;p19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34" name="Google Shape;434;p19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35" name="Google Shape;435;p19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37" name="Google Shape;437;p19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38" name="Google Shape;438;p19"/>
          <p:cNvCxnSpPr/>
          <p:nvPr/>
        </p:nvCxnSpPr>
        <p:spPr>
          <a:xfrm>
            <a:off x="9713772" y="5619806"/>
            <a:ext cx="278920" cy="23083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9" name="Google Shape;439;p19"/>
          <p:cNvSpPr txBox="1"/>
          <p:nvPr/>
        </p:nvSpPr>
        <p:spPr>
          <a:xfrm>
            <a:off x="9308626" y="5185871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0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1662951" y="1836996"/>
            <a:ext cx="6999197" cy="230832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last element using a pointer p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48" name="Google Shape;448;p20"/>
          <p:cNvCxnSpPr/>
          <p:nvPr/>
        </p:nvCxnSpPr>
        <p:spPr>
          <a:xfrm>
            <a:off x="3651930" y="5561925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9" name="Google Shape;449;p20"/>
          <p:cNvSpPr txBox="1"/>
          <p:nvPr/>
        </p:nvSpPr>
        <p:spPr>
          <a:xfrm>
            <a:off x="3415485" y="505363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0" name="Google Shape;450;p20"/>
          <p:cNvSpPr/>
          <p:nvPr/>
        </p:nvSpPr>
        <p:spPr>
          <a:xfrm>
            <a:off x="9853232" y="593888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1" name="Google Shape;451;p20"/>
          <p:cNvSpPr/>
          <p:nvPr/>
        </p:nvSpPr>
        <p:spPr>
          <a:xfrm>
            <a:off x="9853232" y="593888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52" name="Google Shape;452;p20"/>
          <p:cNvCxnSpPr/>
          <p:nvPr/>
        </p:nvCxnSpPr>
        <p:spPr>
          <a:xfrm>
            <a:off x="10736256" y="613386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20"/>
          <p:cNvCxnSpPr/>
          <p:nvPr/>
        </p:nvCxnSpPr>
        <p:spPr>
          <a:xfrm rot="10800000">
            <a:off x="11292069" y="614731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54" name="Google Shape;454;p20"/>
          <p:cNvCxnSpPr/>
          <p:nvPr/>
        </p:nvCxnSpPr>
        <p:spPr>
          <a:xfrm>
            <a:off x="10967099" y="654590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5" name="Google Shape;455;p20"/>
          <p:cNvCxnSpPr/>
          <p:nvPr/>
        </p:nvCxnSpPr>
        <p:spPr>
          <a:xfrm>
            <a:off x="11079158" y="661762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20"/>
          <p:cNvCxnSpPr/>
          <p:nvPr/>
        </p:nvCxnSpPr>
        <p:spPr>
          <a:xfrm>
            <a:off x="11159840" y="669382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20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8" name="Google Shape;458;p20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61" name="Google Shape;461;p20"/>
          <p:cNvCxnSpPr/>
          <p:nvPr/>
        </p:nvCxnSpPr>
        <p:spPr>
          <a:xfrm>
            <a:off x="7548283" y="6176438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2" name="Google Shape;462;p20"/>
          <p:cNvCxnSpPr/>
          <p:nvPr/>
        </p:nvCxnSpPr>
        <p:spPr>
          <a:xfrm rot="10800000">
            <a:off x="8104096" y="6189884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63" name="Google Shape;463;p20"/>
          <p:cNvCxnSpPr/>
          <p:nvPr/>
        </p:nvCxnSpPr>
        <p:spPr>
          <a:xfrm>
            <a:off x="7779126" y="6588476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20"/>
          <p:cNvCxnSpPr/>
          <p:nvPr/>
        </p:nvCxnSpPr>
        <p:spPr>
          <a:xfrm>
            <a:off x="7891185" y="6660194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20"/>
          <p:cNvCxnSpPr/>
          <p:nvPr/>
        </p:nvCxnSpPr>
        <p:spPr>
          <a:xfrm>
            <a:off x="7971867" y="6736394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p20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68" name="Google Shape;468;p20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69" name="Google Shape;469;p20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71" name="Google Shape;471;p20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72" name="Google Shape;472;p20"/>
          <p:cNvCxnSpPr/>
          <p:nvPr/>
        </p:nvCxnSpPr>
        <p:spPr>
          <a:xfrm>
            <a:off x="9713772" y="5619806"/>
            <a:ext cx="278920" cy="23083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3" name="Google Shape;473;p20"/>
          <p:cNvSpPr txBox="1"/>
          <p:nvPr/>
        </p:nvSpPr>
        <p:spPr>
          <a:xfrm>
            <a:off x="9308626" y="5185871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1"/>
          <p:cNvSpPr/>
          <p:nvPr/>
        </p:nvSpPr>
        <p:spPr>
          <a:xfrm>
            <a:off x="1662952" y="153708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 txBox="1"/>
          <p:nvPr/>
        </p:nvSpPr>
        <p:spPr>
          <a:xfrm>
            <a:off x="1662951" y="1836996"/>
            <a:ext cx="6999197" cy="341632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while(p-&gt;next != NULL){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1" name="Google Shape;481;p21"/>
          <p:cNvSpPr txBox="1"/>
          <p:nvPr/>
        </p:nvSpPr>
        <p:spPr>
          <a:xfrm>
            <a:off x="1297640" y="1316415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the last element using a pointer p</a:t>
            </a:r>
            <a:endParaRPr b="1" sz="32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482" name="Google Shape;482;p21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3" name="Google Shape;483;p21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5" name="Google Shape;485;p21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86" name="Google Shape;486;p21"/>
          <p:cNvCxnSpPr/>
          <p:nvPr/>
        </p:nvCxnSpPr>
        <p:spPr>
          <a:xfrm>
            <a:off x="7548283" y="6176438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21"/>
          <p:cNvCxnSpPr/>
          <p:nvPr/>
        </p:nvCxnSpPr>
        <p:spPr>
          <a:xfrm rot="10800000">
            <a:off x="8104096" y="6189884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88" name="Google Shape;488;p21"/>
          <p:cNvCxnSpPr/>
          <p:nvPr/>
        </p:nvCxnSpPr>
        <p:spPr>
          <a:xfrm>
            <a:off x="7779126" y="6588476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1"/>
          <p:cNvCxnSpPr/>
          <p:nvPr/>
        </p:nvCxnSpPr>
        <p:spPr>
          <a:xfrm>
            <a:off x="7891185" y="6660194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0" name="Google Shape;490;p21"/>
          <p:cNvCxnSpPr/>
          <p:nvPr/>
        </p:nvCxnSpPr>
        <p:spPr>
          <a:xfrm>
            <a:off x="7971867" y="6736394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1" name="Google Shape;491;p21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93" name="Google Shape;493;p21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94" name="Google Shape;494;p21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96" name="Google Shape;496;p21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497" name="Google Shape;497;p21"/>
          <p:cNvCxnSpPr/>
          <p:nvPr/>
        </p:nvCxnSpPr>
        <p:spPr>
          <a:xfrm>
            <a:off x="7262805" y="5598210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8" name="Google Shape;498;p21"/>
          <p:cNvSpPr txBox="1"/>
          <p:nvPr/>
        </p:nvSpPr>
        <p:spPr>
          <a:xfrm>
            <a:off x="6961706" y="526599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9853232" y="593888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9853232" y="593888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01" name="Google Shape;501;p21"/>
          <p:cNvCxnSpPr/>
          <p:nvPr/>
        </p:nvCxnSpPr>
        <p:spPr>
          <a:xfrm>
            <a:off x="10736256" y="613386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21"/>
          <p:cNvCxnSpPr/>
          <p:nvPr/>
        </p:nvCxnSpPr>
        <p:spPr>
          <a:xfrm rot="10800000">
            <a:off x="11292069" y="614731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03" name="Google Shape;503;p21"/>
          <p:cNvCxnSpPr/>
          <p:nvPr/>
        </p:nvCxnSpPr>
        <p:spPr>
          <a:xfrm>
            <a:off x="10967099" y="654590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21"/>
          <p:cNvCxnSpPr/>
          <p:nvPr/>
        </p:nvCxnSpPr>
        <p:spPr>
          <a:xfrm>
            <a:off x="11079158" y="661762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21"/>
          <p:cNvCxnSpPr/>
          <p:nvPr/>
        </p:nvCxnSpPr>
        <p:spPr>
          <a:xfrm>
            <a:off x="11159840" y="669382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21"/>
          <p:cNvCxnSpPr/>
          <p:nvPr/>
        </p:nvCxnSpPr>
        <p:spPr>
          <a:xfrm>
            <a:off x="9713772" y="5619806"/>
            <a:ext cx="278920" cy="23083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7" name="Google Shape;507;p21"/>
          <p:cNvSpPr txBox="1"/>
          <p:nvPr/>
        </p:nvSpPr>
        <p:spPr>
          <a:xfrm>
            <a:off x="9308626" y="5185871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2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 txBox="1"/>
          <p:nvPr/>
        </p:nvSpPr>
        <p:spPr>
          <a:xfrm>
            <a:off x="1662951" y="1541162"/>
            <a:ext cx="6999197" cy="378565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while(p-&gt;next != NULL){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5" name="Google Shape;515;p22"/>
          <p:cNvSpPr txBox="1"/>
          <p:nvPr/>
        </p:nvSpPr>
        <p:spPr>
          <a:xfrm>
            <a:off x="1297640" y="1141604"/>
            <a:ext cx="105828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b="1"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Now , adjust the last element’s link to point to the new node</a:t>
            </a:r>
            <a:endParaRPr b="1" sz="2400">
              <a:solidFill>
                <a:srgbClr val="0000CC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516" name="Google Shape;516;p22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22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8" name="Google Shape;518;p22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20" name="Google Shape;520;p22"/>
          <p:cNvCxnSpPr>
            <a:stCxn id="521" idx="1"/>
          </p:cNvCxnSpPr>
          <p:nvPr/>
        </p:nvCxnSpPr>
        <p:spPr>
          <a:xfrm flipH="1">
            <a:off x="7614632" y="6133864"/>
            <a:ext cx="22386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22" name="Google Shape;522;p22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3" name="Google Shape;523;p22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24" name="Google Shape;524;p22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25" name="Google Shape;525;p22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6" name="Google Shape;526;p22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27" name="Google Shape;527;p22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28" name="Google Shape;528;p22"/>
          <p:cNvCxnSpPr/>
          <p:nvPr/>
        </p:nvCxnSpPr>
        <p:spPr>
          <a:xfrm>
            <a:off x="9713772" y="5619806"/>
            <a:ext cx="278920" cy="23083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22"/>
          <p:cNvSpPr txBox="1"/>
          <p:nvPr/>
        </p:nvSpPr>
        <p:spPr>
          <a:xfrm>
            <a:off x="9308626" y="5185871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9853232" y="593888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9853232" y="593888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31" name="Google Shape;531;p22"/>
          <p:cNvCxnSpPr/>
          <p:nvPr/>
        </p:nvCxnSpPr>
        <p:spPr>
          <a:xfrm>
            <a:off x="10736256" y="613386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22"/>
          <p:cNvCxnSpPr/>
          <p:nvPr/>
        </p:nvCxnSpPr>
        <p:spPr>
          <a:xfrm rot="10800000">
            <a:off x="11292069" y="614731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33" name="Google Shape;533;p22"/>
          <p:cNvCxnSpPr/>
          <p:nvPr/>
        </p:nvCxnSpPr>
        <p:spPr>
          <a:xfrm>
            <a:off x="10967099" y="654590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22"/>
          <p:cNvCxnSpPr/>
          <p:nvPr/>
        </p:nvCxnSpPr>
        <p:spPr>
          <a:xfrm>
            <a:off x="11079158" y="661762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22"/>
          <p:cNvCxnSpPr/>
          <p:nvPr/>
        </p:nvCxnSpPr>
        <p:spPr>
          <a:xfrm>
            <a:off x="11159840" y="669382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2"/>
          <p:cNvCxnSpPr/>
          <p:nvPr/>
        </p:nvCxnSpPr>
        <p:spPr>
          <a:xfrm>
            <a:off x="7262805" y="5598210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7" name="Google Shape;537;p22"/>
          <p:cNvSpPr txBox="1"/>
          <p:nvPr/>
        </p:nvSpPr>
        <p:spPr>
          <a:xfrm>
            <a:off x="6961706" y="526599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3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3"/>
          <p:cNvSpPr txBox="1"/>
          <p:nvPr/>
        </p:nvSpPr>
        <p:spPr>
          <a:xfrm>
            <a:off x="1662951" y="1541162"/>
            <a:ext cx="6999197" cy="378565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while(p-&gt;next != NULL){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45" name="Google Shape;545;p23"/>
          <p:cNvSpPr txBox="1"/>
          <p:nvPr/>
        </p:nvSpPr>
        <p:spPr>
          <a:xfrm>
            <a:off x="1378324" y="995414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rgbClr val="0000C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there’s any special cases we should handle ?</a:t>
            </a:r>
            <a:endParaRPr/>
          </a:p>
        </p:txBody>
      </p:sp>
      <p:cxnSp>
        <p:nvCxnSpPr>
          <p:cNvPr id="546" name="Google Shape;546;p23"/>
          <p:cNvCxnSpPr/>
          <p:nvPr/>
        </p:nvCxnSpPr>
        <p:spPr>
          <a:xfrm>
            <a:off x="2942596" y="572596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7" name="Google Shape;547;p23"/>
          <p:cNvSpPr txBox="1"/>
          <p:nvPr/>
        </p:nvSpPr>
        <p:spPr>
          <a:xfrm>
            <a:off x="2135772" y="528446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6669742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6669742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50" name="Google Shape;550;p23"/>
          <p:cNvCxnSpPr>
            <a:stCxn id="551" idx="1"/>
          </p:cNvCxnSpPr>
          <p:nvPr/>
        </p:nvCxnSpPr>
        <p:spPr>
          <a:xfrm flipH="1">
            <a:off x="7614632" y="6133864"/>
            <a:ext cx="2238600" cy="6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52" name="Google Shape;552;p23"/>
          <p:cNvSpPr/>
          <p:nvPr/>
        </p:nvSpPr>
        <p:spPr>
          <a:xfrm>
            <a:off x="3292221" y="596128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3" name="Google Shape;553;p23"/>
          <p:cNvSpPr/>
          <p:nvPr/>
        </p:nvSpPr>
        <p:spPr>
          <a:xfrm>
            <a:off x="3292221" y="596128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54" name="Google Shape;554;p23"/>
          <p:cNvCxnSpPr/>
          <p:nvPr/>
        </p:nvCxnSpPr>
        <p:spPr>
          <a:xfrm rot="10800000">
            <a:off x="4216708" y="615626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55" name="Google Shape;555;p23"/>
          <p:cNvSpPr/>
          <p:nvPr/>
        </p:nvSpPr>
        <p:spPr>
          <a:xfrm>
            <a:off x="4979894" y="596128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6" name="Google Shape;556;p23"/>
          <p:cNvSpPr/>
          <p:nvPr/>
        </p:nvSpPr>
        <p:spPr>
          <a:xfrm>
            <a:off x="4979894" y="596128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57" name="Google Shape;557;p23"/>
          <p:cNvCxnSpPr/>
          <p:nvPr/>
        </p:nvCxnSpPr>
        <p:spPr>
          <a:xfrm rot="10800000">
            <a:off x="5904381" y="6156265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58" name="Google Shape;558;p23"/>
          <p:cNvSpPr/>
          <p:nvPr/>
        </p:nvSpPr>
        <p:spPr>
          <a:xfrm>
            <a:off x="9853232" y="593888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9853232" y="593888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59" name="Google Shape;559;p23"/>
          <p:cNvCxnSpPr/>
          <p:nvPr/>
        </p:nvCxnSpPr>
        <p:spPr>
          <a:xfrm>
            <a:off x="10736256" y="6133864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23"/>
          <p:cNvCxnSpPr/>
          <p:nvPr/>
        </p:nvCxnSpPr>
        <p:spPr>
          <a:xfrm rot="10800000">
            <a:off x="11292069" y="6147310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61" name="Google Shape;561;p23"/>
          <p:cNvCxnSpPr/>
          <p:nvPr/>
        </p:nvCxnSpPr>
        <p:spPr>
          <a:xfrm>
            <a:off x="10967099" y="6545902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23"/>
          <p:cNvCxnSpPr/>
          <p:nvPr/>
        </p:nvCxnSpPr>
        <p:spPr>
          <a:xfrm>
            <a:off x="11079158" y="6617620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23"/>
          <p:cNvCxnSpPr/>
          <p:nvPr/>
        </p:nvCxnSpPr>
        <p:spPr>
          <a:xfrm>
            <a:off x="11159840" y="6693820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4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4"/>
          <p:cNvSpPr txBox="1"/>
          <p:nvPr/>
        </p:nvSpPr>
        <p:spPr>
          <a:xfrm>
            <a:off x="1662951" y="1541162"/>
            <a:ext cx="6999197" cy="378565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insertEnd(Node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while(p-&gt;next != NULL){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71" name="Google Shape;571;p24"/>
          <p:cNvCxnSpPr/>
          <p:nvPr/>
        </p:nvCxnSpPr>
        <p:spPr>
          <a:xfrm>
            <a:off x="10343032" y="2569812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2" name="Google Shape;572;p24"/>
          <p:cNvSpPr txBox="1"/>
          <p:nvPr/>
        </p:nvSpPr>
        <p:spPr>
          <a:xfrm>
            <a:off x="9536208" y="2128317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3" name="Google Shape;573;p24"/>
          <p:cNvSpPr txBox="1"/>
          <p:nvPr/>
        </p:nvSpPr>
        <p:spPr>
          <a:xfrm>
            <a:off x="1378324" y="995414"/>
            <a:ext cx="105828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✔"/>
            </a:pPr>
            <a:r>
              <a:rPr b="1" lang="en-US" sz="3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there’s any special cases we should handle ?</a:t>
            </a:r>
            <a:endParaRPr/>
          </a:p>
        </p:txBody>
      </p:sp>
      <p:cxnSp>
        <p:nvCxnSpPr>
          <p:cNvPr id="574" name="Google Shape;574;p24"/>
          <p:cNvCxnSpPr/>
          <p:nvPr/>
        </p:nvCxnSpPr>
        <p:spPr>
          <a:xfrm>
            <a:off x="10271315" y="291606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24"/>
          <p:cNvCxnSpPr/>
          <p:nvPr/>
        </p:nvCxnSpPr>
        <p:spPr>
          <a:xfrm>
            <a:off x="10383374" y="298778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4"/>
          <p:cNvCxnSpPr/>
          <p:nvPr/>
        </p:nvCxnSpPr>
        <p:spPr>
          <a:xfrm>
            <a:off x="10464056" y="306398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7" name="Google Shape;577;p24"/>
          <p:cNvSpPr txBox="1"/>
          <p:nvPr/>
        </p:nvSpPr>
        <p:spPr>
          <a:xfrm>
            <a:off x="9189946" y="1564235"/>
            <a:ext cx="254821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If list is empty</a:t>
            </a:r>
            <a:endParaRPr b="1" sz="2800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78" name="Google Shape;578;p24"/>
          <p:cNvCxnSpPr/>
          <p:nvPr/>
        </p:nvCxnSpPr>
        <p:spPr>
          <a:xfrm>
            <a:off x="9756686" y="4792135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9" name="Google Shape;579;p24"/>
          <p:cNvSpPr txBox="1"/>
          <p:nvPr/>
        </p:nvSpPr>
        <p:spPr>
          <a:xfrm>
            <a:off x="8905044" y="456130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10304934" y="459715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10304934" y="459715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82" name="Google Shape;582;p24"/>
          <p:cNvCxnSpPr/>
          <p:nvPr/>
        </p:nvCxnSpPr>
        <p:spPr>
          <a:xfrm>
            <a:off x="11187958" y="4792136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4"/>
          <p:cNvCxnSpPr/>
          <p:nvPr/>
        </p:nvCxnSpPr>
        <p:spPr>
          <a:xfrm rot="10800000">
            <a:off x="11743771" y="4805582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584" name="Google Shape;584;p24"/>
          <p:cNvCxnSpPr/>
          <p:nvPr/>
        </p:nvCxnSpPr>
        <p:spPr>
          <a:xfrm>
            <a:off x="11418801" y="5204174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4"/>
          <p:cNvCxnSpPr/>
          <p:nvPr/>
        </p:nvCxnSpPr>
        <p:spPr>
          <a:xfrm>
            <a:off x="11530860" y="5275892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24"/>
          <p:cNvCxnSpPr/>
          <p:nvPr/>
        </p:nvCxnSpPr>
        <p:spPr>
          <a:xfrm>
            <a:off x="11611542" y="5352092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5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End of the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5"/>
          <p:cNvSpPr txBox="1"/>
          <p:nvPr/>
        </p:nvSpPr>
        <p:spPr>
          <a:xfrm>
            <a:off x="1662951" y="1541162"/>
            <a:ext cx="6999197" cy="526297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(Node *&amp;head ,int x){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If(head == NULL)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	head = temp;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	return; // stop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D28CD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i="0" sz="2400" u="none" cap="none" strike="noStrike">
              <a:solidFill>
                <a:srgbClr val="7D28C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while(p-&gt;next != NULL){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94" name="Google Shape;594;p25"/>
          <p:cNvCxnSpPr/>
          <p:nvPr/>
        </p:nvCxnSpPr>
        <p:spPr>
          <a:xfrm>
            <a:off x="10119756" y="4291539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5" name="Google Shape;595;p25"/>
          <p:cNvSpPr txBox="1"/>
          <p:nvPr/>
        </p:nvSpPr>
        <p:spPr>
          <a:xfrm>
            <a:off x="9382411" y="38394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6" name="Google Shape;596;p25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If list is empty , just point the head to the new node</a:t>
            </a:r>
            <a:endParaRPr/>
          </a:p>
        </p:txBody>
      </p:sp>
      <p:cxnSp>
        <p:nvCxnSpPr>
          <p:cNvPr id="597" name="Google Shape;597;p25"/>
          <p:cNvCxnSpPr/>
          <p:nvPr/>
        </p:nvCxnSpPr>
        <p:spPr>
          <a:xfrm>
            <a:off x="9756686" y="4792135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8" name="Google Shape;598;p25"/>
          <p:cNvSpPr txBox="1"/>
          <p:nvPr/>
        </p:nvSpPr>
        <p:spPr>
          <a:xfrm>
            <a:off x="8905044" y="456130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9" name="Google Shape;599;p25"/>
          <p:cNvSpPr/>
          <p:nvPr/>
        </p:nvSpPr>
        <p:spPr>
          <a:xfrm>
            <a:off x="10304934" y="4597153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0" name="Google Shape;600;p25"/>
          <p:cNvSpPr/>
          <p:nvPr/>
        </p:nvSpPr>
        <p:spPr>
          <a:xfrm>
            <a:off x="10304934" y="4597153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01" name="Google Shape;601;p25"/>
          <p:cNvCxnSpPr/>
          <p:nvPr/>
        </p:nvCxnSpPr>
        <p:spPr>
          <a:xfrm>
            <a:off x="11187958" y="4792136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25"/>
          <p:cNvCxnSpPr/>
          <p:nvPr/>
        </p:nvCxnSpPr>
        <p:spPr>
          <a:xfrm rot="10800000">
            <a:off x="11743771" y="4805582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03" name="Google Shape;603;p25"/>
          <p:cNvCxnSpPr/>
          <p:nvPr/>
        </p:nvCxnSpPr>
        <p:spPr>
          <a:xfrm>
            <a:off x="11418801" y="5204174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25"/>
          <p:cNvCxnSpPr/>
          <p:nvPr/>
        </p:nvCxnSpPr>
        <p:spPr>
          <a:xfrm>
            <a:off x="11530860" y="5275892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25"/>
          <p:cNvCxnSpPr/>
          <p:nvPr/>
        </p:nvCxnSpPr>
        <p:spPr>
          <a:xfrm>
            <a:off x="11611542" y="5352092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6" name="Google Shape;606;p25"/>
          <p:cNvSpPr/>
          <p:nvPr/>
        </p:nvSpPr>
        <p:spPr>
          <a:xfrm>
            <a:off x="8391887" y="2040285"/>
            <a:ext cx="3546812" cy="1100806"/>
          </a:xfrm>
          <a:prstGeom prst="horizontalScroll">
            <a:avLst>
              <a:gd fmla="val 4240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Solution to</a:t>
            </a:r>
            <a:b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X to a Linked List</a:t>
            </a:r>
            <a:endParaRPr b="1"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6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6"/>
          <p:cNvSpPr txBox="1"/>
          <p:nvPr/>
        </p:nvSpPr>
        <p:spPr>
          <a:xfrm>
            <a:off x="1378325" y="1541162"/>
            <a:ext cx="7283824" cy="1938992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</a:t>
            </a: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insert</a:t>
            </a: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4" name="Google Shape;614;p26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, create the node</a:t>
            </a:r>
            <a:endParaRPr/>
          </a:p>
        </p:txBody>
      </p:sp>
      <p:cxnSp>
        <p:nvCxnSpPr>
          <p:cNvPr id="615" name="Google Shape;615;p26"/>
          <p:cNvCxnSpPr/>
          <p:nvPr/>
        </p:nvCxnSpPr>
        <p:spPr>
          <a:xfrm>
            <a:off x="9756686" y="250825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6" name="Google Shape;616;p26"/>
          <p:cNvSpPr txBox="1"/>
          <p:nvPr/>
        </p:nvSpPr>
        <p:spPr>
          <a:xfrm>
            <a:off x="8905044" y="22774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0304934" y="231327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10304934" y="231327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19" name="Google Shape;619;p26"/>
          <p:cNvCxnSpPr/>
          <p:nvPr/>
        </p:nvCxnSpPr>
        <p:spPr>
          <a:xfrm>
            <a:off x="11187958" y="2508257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0" name="Google Shape;620;p26"/>
          <p:cNvCxnSpPr/>
          <p:nvPr/>
        </p:nvCxnSpPr>
        <p:spPr>
          <a:xfrm rot="10800000">
            <a:off x="11743771" y="2521703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21" name="Google Shape;621;p26"/>
          <p:cNvCxnSpPr/>
          <p:nvPr/>
        </p:nvCxnSpPr>
        <p:spPr>
          <a:xfrm>
            <a:off x="11418801" y="292029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6"/>
          <p:cNvCxnSpPr/>
          <p:nvPr/>
        </p:nvCxnSpPr>
        <p:spPr>
          <a:xfrm>
            <a:off x="11530860" y="299201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26"/>
          <p:cNvCxnSpPr/>
          <p:nvPr/>
        </p:nvCxnSpPr>
        <p:spPr>
          <a:xfrm>
            <a:off x="11611542" y="306821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26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26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30" name="Google Shape;630;p26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31" name="Google Shape;631;p26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33" name="Google Shape;633;p26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p26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35" name="Google Shape;635;p26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26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26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26"/>
          <p:cNvCxnSpPr/>
          <p:nvPr/>
        </p:nvCxnSpPr>
        <p:spPr>
          <a:xfrm rot="10800000">
            <a:off x="6367457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39" name="Google Shape;639;p26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41" name="Google Shape;641;p26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42" name="Google Shape;642;p26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 txBox="1"/>
          <p:nvPr/>
        </p:nvSpPr>
        <p:spPr>
          <a:xfrm>
            <a:off x="7273175" y="5085496"/>
            <a:ext cx="10681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n=3</a:t>
            </a:r>
            <a:endParaRPr b="1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7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7"/>
          <p:cNvSpPr txBox="1"/>
          <p:nvPr/>
        </p:nvSpPr>
        <p:spPr>
          <a:xfrm>
            <a:off x="1378325" y="1541162"/>
            <a:ext cx="7283824" cy="230832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1" name="Google Shape;651;p27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before the position you want</a:t>
            </a:r>
            <a:endParaRPr/>
          </a:p>
        </p:txBody>
      </p:sp>
      <p:cxnSp>
        <p:nvCxnSpPr>
          <p:cNvPr id="652" name="Google Shape;652;p27"/>
          <p:cNvCxnSpPr/>
          <p:nvPr/>
        </p:nvCxnSpPr>
        <p:spPr>
          <a:xfrm>
            <a:off x="9756686" y="250825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3" name="Google Shape;653;p27"/>
          <p:cNvSpPr txBox="1"/>
          <p:nvPr/>
        </p:nvSpPr>
        <p:spPr>
          <a:xfrm>
            <a:off x="8905044" y="22774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4" name="Google Shape;654;p27"/>
          <p:cNvSpPr/>
          <p:nvPr/>
        </p:nvSpPr>
        <p:spPr>
          <a:xfrm>
            <a:off x="10304934" y="231327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5" name="Google Shape;655;p27"/>
          <p:cNvSpPr/>
          <p:nvPr/>
        </p:nvSpPr>
        <p:spPr>
          <a:xfrm>
            <a:off x="10304934" y="231327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56" name="Google Shape;656;p27"/>
          <p:cNvCxnSpPr/>
          <p:nvPr/>
        </p:nvCxnSpPr>
        <p:spPr>
          <a:xfrm>
            <a:off x="11187958" y="2508257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27"/>
          <p:cNvCxnSpPr/>
          <p:nvPr/>
        </p:nvCxnSpPr>
        <p:spPr>
          <a:xfrm rot="10800000">
            <a:off x="11743771" y="2521703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58" name="Google Shape;658;p27"/>
          <p:cNvCxnSpPr/>
          <p:nvPr/>
        </p:nvCxnSpPr>
        <p:spPr>
          <a:xfrm>
            <a:off x="11418801" y="292029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27"/>
          <p:cNvCxnSpPr/>
          <p:nvPr/>
        </p:nvCxnSpPr>
        <p:spPr>
          <a:xfrm>
            <a:off x="11530860" y="299201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27"/>
          <p:cNvCxnSpPr/>
          <p:nvPr/>
        </p:nvCxnSpPr>
        <p:spPr>
          <a:xfrm>
            <a:off x="11611542" y="306821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27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2" name="Google Shape;662;p27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67" name="Google Shape;667;p27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68" name="Google Shape;668;p27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70" name="Google Shape;670;p27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27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72" name="Google Shape;672;p27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27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27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27"/>
          <p:cNvCxnSpPr/>
          <p:nvPr/>
        </p:nvCxnSpPr>
        <p:spPr>
          <a:xfrm rot="10800000">
            <a:off x="6367457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76" name="Google Shape;676;p27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78" name="Google Shape;678;p27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79" name="Google Shape;679;p27"/>
          <p:cNvCxnSpPr/>
          <p:nvPr/>
        </p:nvCxnSpPr>
        <p:spPr>
          <a:xfrm>
            <a:off x="4303065" y="5603938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0" name="Google Shape;680;p27"/>
          <p:cNvSpPr txBox="1"/>
          <p:nvPr/>
        </p:nvSpPr>
        <p:spPr>
          <a:xfrm>
            <a:off x="4094636" y="5171296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7273175" y="5085496"/>
            <a:ext cx="10681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n=3</a:t>
            </a:r>
            <a:endParaRPr b="1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8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8"/>
          <p:cNvSpPr txBox="1"/>
          <p:nvPr/>
        </p:nvSpPr>
        <p:spPr>
          <a:xfrm>
            <a:off x="1378325" y="1541162"/>
            <a:ext cx="7283824" cy="3416320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i=1; i&lt;n-1 ;i++){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90" name="Google Shape;690;p28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Go to before the position you want</a:t>
            </a:r>
            <a:endParaRPr/>
          </a:p>
        </p:txBody>
      </p:sp>
      <p:cxnSp>
        <p:nvCxnSpPr>
          <p:cNvPr id="691" name="Google Shape;691;p28"/>
          <p:cNvCxnSpPr/>
          <p:nvPr/>
        </p:nvCxnSpPr>
        <p:spPr>
          <a:xfrm>
            <a:off x="9756686" y="250825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p28"/>
          <p:cNvSpPr txBox="1"/>
          <p:nvPr/>
        </p:nvSpPr>
        <p:spPr>
          <a:xfrm>
            <a:off x="8905044" y="22774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3" name="Google Shape;693;p28"/>
          <p:cNvSpPr/>
          <p:nvPr/>
        </p:nvSpPr>
        <p:spPr>
          <a:xfrm>
            <a:off x="10304934" y="231327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4" name="Google Shape;694;p28"/>
          <p:cNvSpPr/>
          <p:nvPr/>
        </p:nvSpPr>
        <p:spPr>
          <a:xfrm>
            <a:off x="10304934" y="231327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695" name="Google Shape;695;p28"/>
          <p:cNvCxnSpPr/>
          <p:nvPr/>
        </p:nvCxnSpPr>
        <p:spPr>
          <a:xfrm>
            <a:off x="11187958" y="2508257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28"/>
          <p:cNvCxnSpPr/>
          <p:nvPr/>
        </p:nvCxnSpPr>
        <p:spPr>
          <a:xfrm rot="10800000">
            <a:off x="11743771" y="2521703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697" name="Google Shape;697;p28"/>
          <p:cNvCxnSpPr/>
          <p:nvPr/>
        </p:nvCxnSpPr>
        <p:spPr>
          <a:xfrm>
            <a:off x="11418801" y="292029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28"/>
          <p:cNvCxnSpPr/>
          <p:nvPr/>
        </p:nvCxnSpPr>
        <p:spPr>
          <a:xfrm>
            <a:off x="11530860" y="299201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28"/>
          <p:cNvCxnSpPr/>
          <p:nvPr/>
        </p:nvCxnSpPr>
        <p:spPr>
          <a:xfrm>
            <a:off x="11611542" y="306821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28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1" name="Google Shape;701;p28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2" name="Google Shape;702;p28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3" name="Google Shape;703;p28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4" name="Google Shape;704;p28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5" name="Google Shape;705;p28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06" name="Google Shape;706;p28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07" name="Google Shape;707;p28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8" name="Google Shape;708;p28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09" name="Google Shape;709;p28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28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11" name="Google Shape;711;p28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28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28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28"/>
          <p:cNvCxnSpPr/>
          <p:nvPr/>
        </p:nvCxnSpPr>
        <p:spPr>
          <a:xfrm rot="10800000">
            <a:off x="6367457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15" name="Google Shape;715;p28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17" name="Google Shape;717;p28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18" name="Google Shape;718;p28"/>
          <p:cNvCxnSpPr/>
          <p:nvPr/>
        </p:nvCxnSpPr>
        <p:spPr>
          <a:xfrm>
            <a:off x="6085068" y="5597515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9" name="Google Shape;719;p28"/>
          <p:cNvSpPr txBox="1"/>
          <p:nvPr/>
        </p:nvSpPr>
        <p:spPr>
          <a:xfrm>
            <a:off x="5876639" y="516487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0" name="Google Shape;720;p28"/>
          <p:cNvSpPr txBox="1"/>
          <p:nvPr/>
        </p:nvSpPr>
        <p:spPr>
          <a:xfrm>
            <a:off x="7273175" y="5085496"/>
            <a:ext cx="10681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n=3</a:t>
            </a:r>
            <a:endParaRPr b="1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29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9"/>
          <p:cNvSpPr txBox="1"/>
          <p:nvPr/>
        </p:nvSpPr>
        <p:spPr>
          <a:xfrm>
            <a:off x="1378325" y="1541162"/>
            <a:ext cx="7283824" cy="347787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i=1; i&lt;n-1 ;i++){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*q = p-&gt;next;</a:t>
            </a:r>
            <a:endParaRPr b="0" i="0" sz="2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9" name="Google Shape;729;p29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the nth node’s address using another pointer q</a:t>
            </a:r>
            <a:endParaRPr/>
          </a:p>
        </p:txBody>
      </p:sp>
      <p:cxnSp>
        <p:nvCxnSpPr>
          <p:cNvPr id="730" name="Google Shape;730;p29"/>
          <p:cNvCxnSpPr/>
          <p:nvPr/>
        </p:nvCxnSpPr>
        <p:spPr>
          <a:xfrm>
            <a:off x="9756686" y="250825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1" name="Google Shape;731;p29"/>
          <p:cNvSpPr txBox="1"/>
          <p:nvPr/>
        </p:nvSpPr>
        <p:spPr>
          <a:xfrm>
            <a:off x="8905044" y="22774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2" name="Google Shape;732;p29"/>
          <p:cNvSpPr/>
          <p:nvPr/>
        </p:nvSpPr>
        <p:spPr>
          <a:xfrm>
            <a:off x="10304934" y="231327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33" name="Google Shape;733;p29"/>
          <p:cNvSpPr/>
          <p:nvPr/>
        </p:nvSpPr>
        <p:spPr>
          <a:xfrm>
            <a:off x="10304934" y="231327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34" name="Google Shape;734;p29"/>
          <p:cNvCxnSpPr/>
          <p:nvPr/>
        </p:nvCxnSpPr>
        <p:spPr>
          <a:xfrm>
            <a:off x="11187958" y="2508257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29"/>
          <p:cNvCxnSpPr/>
          <p:nvPr/>
        </p:nvCxnSpPr>
        <p:spPr>
          <a:xfrm rot="10800000">
            <a:off x="11743771" y="2521703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36" name="Google Shape;736;p29"/>
          <p:cNvCxnSpPr/>
          <p:nvPr/>
        </p:nvCxnSpPr>
        <p:spPr>
          <a:xfrm>
            <a:off x="11418801" y="292029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7" name="Google Shape;737;p29"/>
          <p:cNvCxnSpPr/>
          <p:nvPr/>
        </p:nvCxnSpPr>
        <p:spPr>
          <a:xfrm>
            <a:off x="11530860" y="299201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8" name="Google Shape;738;p29"/>
          <p:cNvCxnSpPr/>
          <p:nvPr/>
        </p:nvCxnSpPr>
        <p:spPr>
          <a:xfrm>
            <a:off x="11611542" y="306821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9" name="Google Shape;739;p29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0" name="Google Shape;740;p29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1" name="Google Shape;741;p29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2" name="Google Shape;742;p29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3" name="Google Shape;743;p29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45" name="Google Shape;745;p29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46" name="Google Shape;746;p29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48" name="Google Shape;748;p29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29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50" name="Google Shape;750;p29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29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29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29"/>
          <p:cNvCxnSpPr/>
          <p:nvPr/>
        </p:nvCxnSpPr>
        <p:spPr>
          <a:xfrm rot="10800000">
            <a:off x="6367457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54" name="Google Shape;754;p29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56" name="Google Shape;756;p29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57" name="Google Shape;757;p29"/>
          <p:cNvCxnSpPr/>
          <p:nvPr/>
        </p:nvCxnSpPr>
        <p:spPr>
          <a:xfrm>
            <a:off x="6085068" y="5597515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8" name="Google Shape;758;p29"/>
          <p:cNvSpPr txBox="1"/>
          <p:nvPr/>
        </p:nvSpPr>
        <p:spPr>
          <a:xfrm>
            <a:off x="5876639" y="516487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9" name="Google Shape;759;p29"/>
          <p:cNvSpPr txBox="1"/>
          <p:nvPr/>
        </p:nvSpPr>
        <p:spPr>
          <a:xfrm>
            <a:off x="7273175" y="4870344"/>
            <a:ext cx="10681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n=3</a:t>
            </a:r>
            <a:endParaRPr b="1"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60" name="Google Shape;760;p29"/>
          <p:cNvCxnSpPr/>
          <p:nvPr/>
        </p:nvCxnSpPr>
        <p:spPr>
          <a:xfrm>
            <a:off x="7540715" y="5604342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1" name="Google Shape;761;p29"/>
          <p:cNvSpPr txBox="1"/>
          <p:nvPr/>
        </p:nvSpPr>
        <p:spPr>
          <a:xfrm>
            <a:off x="7332286" y="5171700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q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62" name="Google Shape;762;p29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30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0"/>
          <p:cNvSpPr txBox="1"/>
          <p:nvPr/>
        </p:nvSpPr>
        <p:spPr>
          <a:xfrm>
            <a:off x="1378325" y="1541162"/>
            <a:ext cx="7283824" cy="3816429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i=1; i&lt;n-1 ;i++){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*q = 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 b="0" i="0" sz="2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0" name="Google Shape;770;p30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 p to the new node</a:t>
            </a:r>
            <a:endParaRPr/>
          </a:p>
        </p:txBody>
      </p:sp>
      <p:cxnSp>
        <p:nvCxnSpPr>
          <p:cNvPr id="771" name="Google Shape;771;p30"/>
          <p:cNvCxnSpPr/>
          <p:nvPr/>
        </p:nvCxnSpPr>
        <p:spPr>
          <a:xfrm>
            <a:off x="7276394" y="453849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2" name="Google Shape;772;p30"/>
          <p:cNvSpPr txBox="1"/>
          <p:nvPr/>
        </p:nvSpPr>
        <p:spPr>
          <a:xfrm>
            <a:off x="6424752" y="430766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7824642" y="434351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74" name="Google Shape;774;p30"/>
          <p:cNvSpPr/>
          <p:nvPr/>
        </p:nvSpPr>
        <p:spPr>
          <a:xfrm>
            <a:off x="7824642" y="434351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75" name="Google Shape;775;p30"/>
          <p:cNvCxnSpPr/>
          <p:nvPr/>
        </p:nvCxnSpPr>
        <p:spPr>
          <a:xfrm>
            <a:off x="8707666" y="4538497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30"/>
          <p:cNvCxnSpPr/>
          <p:nvPr/>
        </p:nvCxnSpPr>
        <p:spPr>
          <a:xfrm rot="10800000">
            <a:off x="9263479" y="4551943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77" name="Google Shape;777;p30"/>
          <p:cNvCxnSpPr/>
          <p:nvPr/>
        </p:nvCxnSpPr>
        <p:spPr>
          <a:xfrm>
            <a:off x="8938509" y="495053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30"/>
          <p:cNvCxnSpPr/>
          <p:nvPr/>
        </p:nvCxnSpPr>
        <p:spPr>
          <a:xfrm>
            <a:off x="9050568" y="502225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30"/>
          <p:cNvCxnSpPr/>
          <p:nvPr/>
        </p:nvCxnSpPr>
        <p:spPr>
          <a:xfrm>
            <a:off x="9131250" y="5098453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30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1" name="Google Shape;781;p30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2" name="Google Shape;782;p30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3" name="Google Shape;783;p30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4" name="Google Shape;784;p30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5" name="Google Shape;785;p30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86" name="Google Shape;786;p30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87" name="Google Shape;787;p30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88" name="Google Shape;788;p30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89" name="Google Shape;789;p30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30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91" name="Google Shape;791;p30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2" name="Google Shape;792;p30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3" name="Google Shape;793;p30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4" name="Google Shape;794;p30"/>
          <p:cNvCxnSpPr/>
          <p:nvPr/>
        </p:nvCxnSpPr>
        <p:spPr>
          <a:xfrm flipH="1">
            <a:off x="6367458" y="4733479"/>
            <a:ext cx="1173257" cy="14904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95" name="Google Shape;795;p30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6" name="Google Shape;796;p30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797" name="Google Shape;797;p30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798" name="Google Shape;798;p30"/>
          <p:cNvCxnSpPr/>
          <p:nvPr/>
        </p:nvCxnSpPr>
        <p:spPr>
          <a:xfrm>
            <a:off x="6085068" y="5597515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9" name="Google Shape;799;p30"/>
          <p:cNvSpPr txBox="1"/>
          <p:nvPr/>
        </p:nvSpPr>
        <p:spPr>
          <a:xfrm>
            <a:off x="5876639" y="516487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00" name="Google Shape;800;p30"/>
          <p:cNvCxnSpPr/>
          <p:nvPr/>
        </p:nvCxnSpPr>
        <p:spPr>
          <a:xfrm>
            <a:off x="7540715" y="5604342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1" name="Google Shape;801;p30"/>
          <p:cNvSpPr txBox="1"/>
          <p:nvPr/>
        </p:nvSpPr>
        <p:spPr>
          <a:xfrm>
            <a:off x="7332286" y="5171700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q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2" name="Google Shape;802;p30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1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to Insert at nth position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1"/>
          <p:cNvSpPr txBox="1"/>
          <p:nvPr/>
        </p:nvSpPr>
        <p:spPr>
          <a:xfrm>
            <a:off x="1378325" y="1541162"/>
            <a:ext cx="7283824" cy="415498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insert(Node *&amp;head ,int x,int n){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*temp = new Node();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temp-&gt;data = x;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NULL;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for(int i=1; i&lt;n-1 ;i++){</a:t>
            </a:r>
            <a:b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*q = 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p-&gt;next = temp;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temp-&gt;next = q;</a:t>
            </a:r>
            <a:endParaRPr b="0" i="0" sz="22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10" name="Google Shape;810;p31"/>
          <p:cNvSpPr txBox="1"/>
          <p:nvPr/>
        </p:nvSpPr>
        <p:spPr>
          <a:xfrm>
            <a:off x="1378324" y="995414"/>
            <a:ext cx="1058283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b="1"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then link the new node to q</a:t>
            </a:r>
            <a:endParaRPr/>
          </a:p>
        </p:txBody>
      </p:sp>
      <p:cxnSp>
        <p:nvCxnSpPr>
          <p:cNvPr id="811" name="Google Shape;811;p31"/>
          <p:cNvCxnSpPr/>
          <p:nvPr/>
        </p:nvCxnSpPr>
        <p:spPr>
          <a:xfrm>
            <a:off x="7276394" y="4538496"/>
            <a:ext cx="484094" cy="8068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2" name="Google Shape;812;p31"/>
          <p:cNvSpPr txBox="1"/>
          <p:nvPr/>
        </p:nvSpPr>
        <p:spPr>
          <a:xfrm>
            <a:off x="6424752" y="430766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temp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3" name="Google Shape;813;p31"/>
          <p:cNvSpPr/>
          <p:nvPr/>
        </p:nvSpPr>
        <p:spPr>
          <a:xfrm>
            <a:off x="7824642" y="434351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4" name="Google Shape;814;p31"/>
          <p:cNvSpPr/>
          <p:nvPr/>
        </p:nvSpPr>
        <p:spPr>
          <a:xfrm>
            <a:off x="7824642" y="434351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15" name="Google Shape;815;p31"/>
          <p:cNvCxnSpPr/>
          <p:nvPr/>
        </p:nvCxnSpPr>
        <p:spPr>
          <a:xfrm flipH="1" rot="10800000">
            <a:off x="7760488" y="4619177"/>
            <a:ext cx="885121" cy="1333301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16" name="Google Shape;816;p31"/>
          <p:cNvCxnSpPr/>
          <p:nvPr/>
        </p:nvCxnSpPr>
        <p:spPr>
          <a:xfrm>
            <a:off x="3506592" y="5793587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7" name="Google Shape;817;p31"/>
          <p:cNvSpPr txBox="1"/>
          <p:nvPr/>
        </p:nvSpPr>
        <p:spPr>
          <a:xfrm>
            <a:off x="2699768" y="5352092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8" name="Google Shape;818;p31"/>
          <p:cNvSpPr/>
          <p:nvPr/>
        </p:nvSpPr>
        <p:spPr>
          <a:xfrm>
            <a:off x="5510201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9" name="Google Shape;819;p31"/>
          <p:cNvSpPr/>
          <p:nvPr/>
        </p:nvSpPr>
        <p:spPr>
          <a:xfrm>
            <a:off x="5510201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0" name="Google Shape;820;p31"/>
          <p:cNvSpPr/>
          <p:nvPr/>
        </p:nvSpPr>
        <p:spPr>
          <a:xfrm>
            <a:off x="3856217" y="6028911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1" name="Google Shape;821;p31"/>
          <p:cNvSpPr/>
          <p:nvPr/>
        </p:nvSpPr>
        <p:spPr>
          <a:xfrm>
            <a:off x="3856217" y="6028911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22" name="Google Shape;822;p31"/>
          <p:cNvCxnSpPr/>
          <p:nvPr/>
        </p:nvCxnSpPr>
        <p:spPr>
          <a:xfrm rot="10800000">
            <a:off x="4780704" y="6223893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23" name="Google Shape;823;p31"/>
          <p:cNvSpPr/>
          <p:nvPr/>
        </p:nvSpPr>
        <p:spPr>
          <a:xfrm>
            <a:off x="8671957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24" name="Google Shape;824;p31"/>
          <p:cNvSpPr/>
          <p:nvPr/>
        </p:nvSpPr>
        <p:spPr>
          <a:xfrm>
            <a:off x="8671957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25" name="Google Shape;825;p31"/>
          <p:cNvCxnSpPr/>
          <p:nvPr/>
        </p:nvCxnSpPr>
        <p:spPr>
          <a:xfrm>
            <a:off x="9554981" y="62238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6" name="Google Shape;826;p31"/>
          <p:cNvCxnSpPr/>
          <p:nvPr/>
        </p:nvCxnSpPr>
        <p:spPr>
          <a:xfrm rot="10800000">
            <a:off x="10110794" y="6237339"/>
            <a:ext cx="0" cy="36307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27" name="Google Shape;827;p31"/>
          <p:cNvCxnSpPr/>
          <p:nvPr/>
        </p:nvCxnSpPr>
        <p:spPr>
          <a:xfrm>
            <a:off x="9785824" y="6635931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31"/>
          <p:cNvCxnSpPr/>
          <p:nvPr/>
        </p:nvCxnSpPr>
        <p:spPr>
          <a:xfrm>
            <a:off x="9897883" y="6707649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31"/>
          <p:cNvCxnSpPr/>
          <p:nvPr/>
        </p:nvCxnSpPr>
        <p:spPr>
          <a:xfrm>
            <a:off x="9978565" y="6783849"/>
            <a:ext cx="264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31"/>
          <p:cNvCxnSpPr/>
          <p:nvPr/>
        </p:nvCxnSpPr>
        <p:spPr>
          <a:xfrm flipH="1">
            <a:off x="6367458" y="4733479"/>
            <a:ext cx="1173257" cy="1490414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31" name="Google Shape;831;p31"/>
          <p:cNvSpPr/>
          <p:nvPr/>
        </p:nvSpPr>
        <p:spPr>
          <a:xfrm>
            <a:off x="7073848" y="60289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2" name="Google Shape;832;p31"/>
          <p:cNvSpPr/>
          <p:nvPr/>
        </p:nvSpPr>
        <p:spPr>
          <a:xfrm>
            <a:off x="7073848" y="60289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33" name="Google Shape;833;p31"/>
          <p:cNvCxnSpPr/>
          <p:nvPr/>
        </p:nvCxnSpPr>
        <p:spPr>
          <a:xfrm rot="10800000">
            <a:off x="7931104" y="62238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34" name="Google Shape;834;p31"/>
          <p:cNvCxnSpPr/>
          <p:nvPr/>
        </p:nvCxnSpPr>
        <p:spPr>
          <a:xfrm>
            <a:off x="6085068" y="5597515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5" name="Google Shape;835;p31"/>
          <p:cNvSpPr txBox="1"/>
          <p:nvPr/>
        </p:nvSpPr>
        <p:spPr>
          <a:xfrm>
            <a:off x="5876639" y="516487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p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36" name="Google Shape;836;p31"/>
          <p:cNvCxnSpPr/>
          <p:nvPr/>
        </p:nvCxnSpPr>
        <p:spPr>
          <a:xfrm>
            <a:off x="7540715" y="5604342"/>
            <a:ext cx="0" cy="348136"/>
          </a:xfrm>
          <a:prstGeom prst="straightConnector1">
            <a:avLst/>
          </a:prstGeom>
          <a:noFill/>
          <a:ln cap="flat" cmpd="sng" w="38100">
            <a:solidFill>
              <a:srgbClr val="0000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7" name="Google Shape;837;p31"/>
          <p:cNvSpPr txBox="1"/>
          <p:nvPr/>
        </p:nvSpPr>
        <p:spPr>
          <a:xfrm>
            <a:off x="7332286" y="5171700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CC"/>
                </a:solidFill>
                <a:latin typeface="Corbel"/>
                <a:ea typeface="Corbel"/>
                <a:cs typeface="Corbel"/>
                <a:sym typeface="Corbel"/>
              </a:rPr>
              <a:t>q</a:t>
            </a:r>
            <a:endParaRPr sz="2400">
              <a:solidFill>
                <a:srgbClr val="0000CC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38" name="Google Shape;838;p31"/>
          <p:cNvSpPr/>
          <p:nvPr/>
        </p:nvSpPr>
        <p:spPr>
          <a:xfrm>
            <a:off x="7539634" y="811583"/>
            <a:ext cx="3648324" cy="345134"/>
          </a:xfrm>
          <a:prstGeom prst="horizontalScroll">
            <a:avLst>
              <a:gd fmla="val 5361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Ex: Insert at position number 3</a:t>
            </a:r>
            <a:endParaRPr b="1" i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3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X in a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3"/>
          <p:cNvSpPr txBox="1"/>
          <p:nvPr/>
        </p:nvSpPr>
        <p:spPr>
          <a:xfrm>
            <a:off x="1947262" y="1089212"/>
            <a:ext cx="9231404" cy="532453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search(Node *head, int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if(head == NULL){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printf(“Empty List”);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*p = head;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while(p != NULL){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if(p-&gt;data ==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printf(“Found”);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p=p-&gt;next;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printf(“X is Not Found”);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4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X in a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1947262" y="987500"/>
            <a:ext cx="9231404" cy="5632311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search(Node *head, int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if(head == NULL){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printf(“Empty List”);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*p = head;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while(p != NULL &amp;&amp; p-&gt;data != x) {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p=p-&gt;next;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b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if(p-&gt;data ==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printf(“Found”);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printf(“X is not found”);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5735783" y="4114557"/>
            <a:ext cx="5153890" cy="1083421"/>
          </a:xfrm>
          <a:prstGeom prst="horizontalScroll">
            <a:avLst>
              <a:gd fmla="val 4525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Another way of code, </a:t>
            </a:r>
            <a:b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idea, will help us to handle special cases</a:t>
            </a:r>
            <a:endParaRPr b="1"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5"/>
          <p:cNvSpPr txBox="1"/>
          <p:nvPr/>
        </p:nvSpPr>
        <p:spPr>
          <a:xfrm>
            <a:off x="1865780" y="184666"/>
            <a:ext cx="9231404" cy="6555641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0" name="Google Shape;860;p35"/>
          <p:cNvSpPr/>
          <p:nvPr/>
        </p:nvSpPr>
        <p:spPr>
          <a:xfrm>
            <a:off x="8301710" y="533039"/>
            <a:ext cx="3259026" cy="370782"/>
          </a:xfrm>
          <a:prstGeom prst="horizontalScroll">
            <a:avLst>
              <a:gd fmla="val 7032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Means Search for x and delete it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35"/>
          <p:cNvSpPr/>
          <p:nvPr/>
        </p:nvSpPr>
        <p:spPr>
          <a:xfrm>
            <a:off x="6274051" y="5791"/>
            <a:ext cx="5750237" cy="712639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X From a Linked List</a:t>
            </a:r>
            <a:endParaRPr b="1" i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6"/>
          <p:cNvSpPr txBox="1"/>
          <p:nvPr/>
        </p:nvSpPr>
        <p:spPr>
          <a:xfrm>
            <a:off x="1865780" y="157503"/>
            <a:ext cx="9231404" cy="663258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del(Node *&amp;head, int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if(head == NULL){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printf(“Empty List”);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Node *p = head, *q;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while(p != NULL &amp;&amp; p-&gt;data != x){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q=p;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p=p-&gt;next;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if(p == head){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head = p-&gt;next;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free(p);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 if(p == NULL){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printf(“X is not found”);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q-&gt;next=p-&gt;next;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free(p);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868" name="Google Shape;868;p36"/>
          <p:cNvSpPr/>
          <p:nvPr/>
        </p:nvSpPr>
        <p:spPr>
          <a:xfrm>
            <a:off x="8301710" y="533039"/>
            <a:ext cx="3259026" cy="370782"/>
          </a:xfrm>
          <a:prstGeom prst="horizontalScroll">
            <a:avLst>
              <a:gd fmla="val 7032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Means Search for x and delete it</a:t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6"/>
          <p:cNvSpPr/>
          <p:nvPr/>
        </p:nvSpPr>
        <p:spPr>
          <a:xfrm>
            <a:off x="6274051" y="5791"/>
            <a:ext cx="5750237" cy="712639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 X From a Linked List</a:t>
            </a:r>
            <a:endParaRPr b="1" i="1"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7469751" y="5085422"/>
            <a:ext cx="3358836" cy="1387805"/>
          </a:xfrm>
          <a:prstGeom prst="horizontalScroll">
            <a:avLst>
              <a:gd fmla="val 7032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b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built in C++</a:t>
            </a:r>
            <a:b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</a:t>
            </a:r>
            <a:r>
              <a:rPr b="1" lang="en-US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for 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deletes what the pointer is pointing to,</a:t>
            </a:r>
            <a:b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the pointer itself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1" name="Google Shape;871;p36"/>
          <p:cNvCxnSpPr/>
          <p:nvPr/>
        </p:nvCxnSpPr>
        <p:spPr>
          <a:xfrm flipH="1" rot="10800000">
            <a:off x="4119327" y="5676524"/>
            <a:ext cx="3277354" cy="407405"/>
          </a:xfrm>
          <a:prstGeom prst="straightConnector1">
            <a:avLst/>
          </a:prstGeom>
          <a:noFill/>
          <a:ln cap="flat" cmpd="sng" w="38100">
            <a:solidFill>
              <a:srgbClr val="ABD2F4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7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elements in the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7"/>
          <p:cNvSpPr txBox="1"/>
          <p:nvPr/>
        </p:nvSpPr>
        <p:spPr>
          <a:xfrm>
            <a:off x="1795448" y="1054893"/>
            <a:ext cx="9231404" cy="452431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9" name="Google Shape;879;p37"/>
          <p:cNvSpPr/>
          <p:nvPr/>
        </p:nvSpPr>
        <p:spPr>
          <a:xfrm>
            <a:off x="5928519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0" name="Google Shape;880;p37"/>
          <p:cNvSpPr/>
          <p:nvPr/>
        </p:nvSpPr>
        <p:spPr>
          <a:xfrm>
            <a:off x="5928519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81" name="Google Shape;881;p37"/>
          <p:cNvCxnSpPr/>
          <p:nvPr/>
        </p:nvCxnSpPr>
        <p:spPr>
          <a:xfrm>
            <a:off x="2324896" y="601564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2" name="Google Shape;882;p37"/>
          <p:cNvSpPr txBox="1"/>
          <p:nvPr/>
        </p:nvSpPr>
        <p:spPr>
          <a:xfrm>
            <a:off x="1518072" y="557414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3" name="Google Shape;883;p37"/>
          <p:cNvSpPr/>
          <p:nvPr/>
        </p:nvSpPr>
        <p:spPr>
          <a:xfrm>
            <a:off x="4328505" y="625096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4" name="Google Shape;884;p37"/>
          <p:cNvSpPr/>
          <p:nvPr/>
        </p:nvSpPr>
        <p:spPr>
          <a:xfrm>
            <a:off x="4328505" y="625096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5" name="Google Shape;885;p37"/>
          <p:cNvSpPr/>
          <p:nvPr/>
        </p:nvSpPr>
        <p:spPr>
          <a:xfrm>
            <a:off x="2674521" y="625096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2674521" y="625096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87" name="Google Shape;887;p37"/>
          <p:cNvCxnSpPr/>
          <p:nvPr/>
        </p:nvCxnSpPr>
        <p:spPr>
          <a:xfrm rot="10800000">
            <a:off x="3599008" y="644594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88" name="Google Shape;888;p37"/>
          <p:cNvSpPr/>
          <p:nvPr/>
        </p:nvSpPr>
        <p:spPr>
          <a:xfrm>
            <a:off x="9180612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9" name="Google Shape;889;p37"/>
          <p:cNvSpPr/>
          <p:nvPr/>
        </p:nvSpPr>
        <p:spPr>
          <a:xfrm>
            <a:off x="9180612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90" name="Google Shape;890;p37"/>
          <p:cNvCxnSpPr/>
          <p:nvPr/>
        </p:nvCxnSpPr>
        <p:spPr>
          <a:xfrm>
            <a:off x="10063636" y="64593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37"/>
          <p:cNvCxnSpPr/>
          <p:nvPr/>
        </p:nvCxnSpPr>
        <p:spPr>
          <a:xfrm rot="10800000">
            <a:off x="10619449" y="6472839"/>
            <a:ext cx="0" cy="1680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92" name="Google Shape;892;p37"/>
          <p:cNvCxnSpPr/>
          <p:nvPr/>
        </p:nvCxnSpPr>
        <p:spPr>
          <a:xfrm>
            <a:off x="10348267" y="666090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37"/>
          <p:cNvCxnSpPr/>
          <p:nvPr/>
        </p:nvCxnSpPr>
        <p:spPr>
          <a:xfrm>
            <a:off x="10460326" y="673262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4" name="Google Shape;894;p37"/>
          <p:cNvSpPr/>
          <p:nvPr/>
        </p:nvSpPr>
        <p:spPr>
          <a:xfrm>
            <a:off x="7582503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5" name="Google Shape;895;p37"/>
          <p:cNvSpPr/>
          <p:nvPr/>
        </p:nvSpPr>
        <p:spPr>
          <a:xfrm>
            <a:off x="7582503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96" name="Google Shape;896;p37"/>
          <p:cNvCxnSpPr/>
          <p:nvPr/>
        </p:nvCxnSpPr>
        <p:spPr>
          <a:xfrm rot="10800000">
            <a:off x="8439759" y="64593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97" name="Google Shape;897;p37"/>
          <p:cNvCxnSpPr/>
          <p:nvPr/>
        </p:nvCxnSpPr>
        <p:spPr>
          <a:xfrm rot="10800000">
            <a:off x="5199022" y="644594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898" name="Google Shape;898;p37"/>
          <p:cNvCxnSpPr/>
          <p:nvPr/>
        </p:nvCxnSpPr>
        <p:spPr>
          <a:xfrm rot="10800000">
            <a:off x="6853006" y="64593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8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elements in the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8"/>
          <p:cNvSpPr txBox="1"/>
          <p:nvPr/>
        </p:nvSpPr>
        <p:spPr>
          <a:xfrm>
            <a:off x="1795448" y="1054893"/>
            <a:ext cx="9231404" cy="452431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count(Node *head){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if(head == NULL){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 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 counter = 0 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 != NULL){ //traverse the whole list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counter++;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counter;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06" name="Google Shape;906;p38"/>
          <p:cNvSpPr/>
          <p:nvPr/>
        </p:nvSpPr>
        <p:spPr>
          <a:xfrm>
            <a:off x="5928519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7" name="Google Shape;907;p38"/>
          <p:cNvSpPr/>
          <p:nvPr/>
        </p:nvSpPr>
        <p:spPr>
          <a:xfrm>
            <a:off x="5928519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08" name="Google Shape;908;p38"/>
          <p:cNvCxnSpPr/>
          <p:nvPr/>
        </p:nvCxnSpPr>
        <p:spPr>
          <a:xfrm>
            <a:off x="2324896" y="6015640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09" name="Google Shape;909;p38"/>
          <p:cNvSpPr txBox="1"/>
          <p:nvPr/>
        </p:nvSpPr>
        <p:spPr>
          <a:xfrm>
            <a:off x="1518072" y="5574145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0" name="Google Shape;910;p38"/>
          <p:cNvSpPr/>
          <p:nvPr/>
        </p:nvSpPr>
        <p:spPr>
          <a:xfrm>
            <a:off x="4328505" y="625096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1" name="Google Shape;911;p38"/>
          <p:cNvSpPr/>
          <p:nvPr/>
        </p:nvSpPr>
        <p:spPr>
          <a:xfrm>
            <a:off x="4328505" y="625096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2" name="Google Shape;912;p38"/>
          <p:cNvSpPr/>
          <p:nvPr/>
        </p:nvSpPr>
        <p:spPr>
          <a:xfrm>
            <a:off x="2674521" y="6250964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3" name="Google Shape;913;p38"/>
          <p:cNvSpPr/>
          <p:nvPr/>
        </p:nvSpPr>
        <p:spPr>
          <a:xfrm>
            <a:off x="2674521" y="6250964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14" name="Google Shape;914;p38"/>
          <p:cNvCxnSpPr/>
          <p:nvPr/>
        </p:nvCxnSpPr>
        <p:spPr>
          <a:xfrm rot="10800000">
            <a:off x="3599008" y="644594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15" name="Google Shape;915;p38"/>
          <p:cNvSpPr/>
          <p:nvPr/>
        </p:nvSpPr>
        <p:spPr>
          <a:xfrm>
            <a:off x="9180612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6" name="Google Shape;916;p38"/>
          <p:cNvSpPr/>
          <p:nvPr/>
        </p:nvSpPr>
        <p:spPr>
          <a:xfrm>
            <a:off x="9180612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17" name="Google Shape;917;p38"/>
          <p:cNvCxnSpPr/>
          <p:nvPr/>
        </p:nvCxnSpPr>
        <p:spPr>
          <a:xfrm>
            <a:off x="10063636" y="6459393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38"/>
          <p:cNvCxnSpPr/>
          <p:nvPr/>
        </p:nvCxnSpPr>
        <p:spPr>
          <a:xfrm rot="10800000">
            <a:off x="10619449" y="6472839"/>
            <a:ext cx="0" cy="1680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19" name="Google Shape;919;p38"/>
          <p:cNvCxnSpPr/>
          <p:nvPr/>
        </p:nvCxnSpPr>
        <p:spPr>
          <a:xfrm>
            <a:off x="10348267" y="6660905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38"/>
          <p:cNvCxnSpPr/>
          <p:nvPr/>
        </p:nvCxnSpPr>
        <p:spPr>
          <a:xfrm>
            <a:off x="10460326" y="6732623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1" name="Google Shape;921;p38"/>
          <p:cNvSpPr/>
          <p:nvPr/>
        </p:nvSpPr>
        <p:spPr>
          <a:xfrm>
            <a:off x="7582503" y="6264410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2" name="Google Shape;922;p38"/>
          <p:cNvSpPr/>
          <p:nvPr/>
        </p:nvSpPr>
        <p:spPr>
          <a:xfrm>
            <a:off x="7582503" y="6264410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23" name="Google Shape;923;p38"/>
          <p:cNvCxnSpPr/>
          <p:nvPr/>
        </p:nvCxnSpPr>
        <p:spPr>
          <a:xfrm rot="10800000">
            <a:off x="8439759" y="64593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24" name="Google Shape;924;p38"/>
          <p:cNvCxnSpPr/>
          <p:nvPr/>
        </p:nvCxnSpPr>
        <p:spPr>
          <a:xfrm rot="10800000">
            <a:off x="5199022" y="6445946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25" name="Google Shape;925;p38"/>
          <p:cNvCxnSpPr/>
          <p:nvPr/>
        </p:nvCxnSpPr>
        <p:spPr>
          <a:xfrm rot="10800000">
            <a:off x="6853006" y="6459392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9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the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9"/>
          <p:cNvSpPr txBox="1"/>
          <p:nvPr/>
        </p:nvSpPr>
        <p:spPr>
          <a:xfrm>
            <a:off x="1441340" y="1221426"/>
            <a:ext cx="9231404" cy="415498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display(Node *head){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33" name="Google Shape;933;p39"/>
          <p:cNvSpPr/>
          <p:nvPr/>
        </p:nvSpPr>
        <p:spPr>
          <a:xfrm>
            <a:off x="6335922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4" name="Google Shape;934;p39"/>
          <p:cNvSpPr/>
          <p:nvPr/>
        </p:nvSpPr>
        <p:spPr>
          <a:xfrm>
            <a:off x="6335922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35" name="Google Shape;935;p39"/>
          <p:cNvCxnSpPr/>
          <p:nvPr/>
        </p:nvCxnSpPr>
        <p:spPr>
          <a:xfrm>
            <a:off x="2732299" y="5895018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6" name="Google Shape;936;p39"/>
          <p:cNvSpPr txBox="1"/>
          <p:nvPr/>
        </p:nvSpPr>
        <p:spPr>
          <a:xfrm>
            <a:off x="1925475" y="54535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7" name="Google Shape;937;p39"/>
          <p:cNvSpPr/>
          <p:nvPr/>
        </p:nvSpPr>
        <p:spPr>
          <a:xfrm>
            <a:off x="4735908" y="613034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8" name="Google Shape;938;p39"/>
          <p:cNvSpPr/>
          <p:nvPr/>
        </p:nvSpPr>
        <p:spPr>
          <a:xfrm>
            <a:off x="4735908" y="613034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9" name="Google Shape;939;p39"/>
          <p:cNvSpPr/>
          <p:nvPr/>
        </p:nvSpPr>
        <p:spPr>
          <a:xfrm>
            <a:off x="3081924" y="613034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0" name="Google Shape;940;p39"/>
          <p:cNvSpPr/>
          <p:nvPr/>
        </p:nvSpPr>
        <p:spPr>
          <a:xfrm>
            <a:off x="3081924" y="613034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41" name="Google Shape;941;p39"/>
          <p:cNvCxnSpPr/>
          <p:nvPr/>
        </p:nvCxnSpPr>
        <p:spPr>
          <a:xfrm rot="10800000">
            <a:off x="4006411" y="6325324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42" name="Google Shape;942;p39"/>
          <p:cNvSpPr/>
          <p:nvPr/>
        </p:nvSpPr>
        <p:spPr>
          <a:xfrm>
            <a:off x="9588015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3" name="Google Shape;943;p39"/>
          <p:cNvSpPr/>
          <p:nvPr/>
        </p:nvSpPr>
        <p:spPr>
          <a:xfrm>
            <a:off x="9588015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44" name="Google Shape;944;p39"/>
          <p:cNvCxnSpPr/>
          <p:nvPr/>
        </p:nvCxnSpPr>
        <p:spPr>
          <a:xfrm>
            <a:off x="10471039" y="6338771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p39"/>
          <p:cNvCxnSpPr/>
          <p:nvPr/>
        </p:nvCxnSpPr>
        <p:spPr>
          <a:xfrm rot="10800000">
            <a:off x="11026852" y="6352217"/>
            <a:ext cx="0" cy="1680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46" name="Google Shape;946;p39"/>
          <p:cNvCxnSpPr/>
          <p:nvPr/>
        </p:nvCxnSpPr>
        <p:spPr>
          <a:xfrm>
            <a:off x="10755670" y="6540283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39"/>
          <p:cNvCxnSpPr/>
          <p:nvPr/>
        </p:nvCxnSpPr>
        <p:spPr>
          <a:xfrm>
            <a:off x="10867729" y="6612001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8" name="Google Shape;948;p39"/>
          <p:cNvSpPr/>
          <p:nvPr/>
        </p:nvSpPr>
        <p:spPr>
          <a:xfrm>
            <a:off x="7989906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9" name="Google Shape;949;p39"/>
          <p:cNvSpPr/>
          <p:nvPr/>
        </p:nvSpPr>
        <p:spPr>
          <a:xfrm>
            <a:off x="7989906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50" name="Google Shape;950;p39"/>
          <p:cNvCxnSpPr/>
          <p:nvPr/>
        </p:nvCxnSpPr>
        <p:spPr>
          <a:xfrm rot="10800000">
            <a:off x="8847162" y="6338770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51" name="Google Shape;951;p39"/>
          <p:cNvCxnSpPr/>
          <p:nvPr/>
        </p:nvCxnSpPr>
        <p:spPr>
          <a:xfrm rot="10800000">
            <a:off x="5606425" y="6325324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52" name="Google Shape;952;p39"/>
          <p:cNvCxnSpPr/>
          <p:nvPr/>
        </p:nvCxnSpPr>
        <p:spPr>
          <a:xfrm rot="10800000">
            <a:off x="7260409" y="6338770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40"/>
          <p:cNvSpPr/>
          <p:nvPr/>
        </p:nvSpPr>
        <p:spPr>
          <a:xfrm>
            <a:off x="1662952" y="579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the linked list</a:t>
            </a:r>
            <a:endParaRPr b="1" i="1"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0"/>
          <p:cNvSpPr txBox="1"/>
          <p:nvPr/>
        </p:nvSpPr>
        <p:spPr>
          <a:xfrm>
            <a:off x="1441340" y="1221426"/>
            <a:ext cx="9231404" cy="4154984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display(Node *head){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if(head == NULL){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printf("Empty Linked List");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Node *p = head;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while(p != NULL){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printf("%d ",p-&gt;data);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p=p-&gt;next;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60" name="Google Shape;960;p40"/>
          <p:cNvSpPr/>
          <p:nvPr/>
        </p:nvSpPr>
        <p:spPr>
          <a:xfrm>
            <a:off x="6335922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1" name="Google Shape;961;p40"/>
          <p:cNvSpPr/>
          <p:nvPr/>
        </p:nvSpPr>
        <p:spPr>
          <a:xfrm>
            <a:off x="6335922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40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62" name="Google Shape;962;p40"/>
          <p:cNvCxnSpPr/>
          <p:nvPr/>
        </p:nvCxnSpPr>
        <p:spPr>
          <a:xfrm>
            <a:off x="2732299" y="5895018"/>
            <a:ext cx="242047" cy="23532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3" name="Google Shape;963;p40"/>
          <p:cNvSpPr txBox="1"/>
          <p:nvPr/>
        </p:nvSpPr>
        <p:spPr>
          <a:xfrm>
            <a:off x="1925475" y="5453523"/>
            <a:ext cx="108921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head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4" name="Google Shape;964;p40"/>
          <p:cNvSpPr/>
          <p:nvPr/>
        </p:nvSpPr>
        <p:spPr>
          <a:xfrm>
            <a:off x="4735908" y="613034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5" name="Google Shape;965;p40"/>
          <p:cNvSpPr/>
          <p:nvPr/>
        </p:nvSpPr>
        <p:spPr>
          <a:xfrm>
            <a:off x="4735908" y="613034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6" name="Google Shape;966;p40"/>
          <p:cNvSpPr/>
          <p:nvPr/>
        </p:nvSpPr>
        <p:spPr>
          <a:xfrm>
            <a:off x="3081924" y="6130342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7" name="Google Shape;967;p40"/>
          <p:cNvSpPr/>
          <p:nvPr/>
        </p:nvSpPr>
        <p:spPr>
          <a:xfrm>
            <a:off x="3081924" y="6130342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68" name="Google Shape;968;p40"/>
          <p:cNvCxnSpPr/>
          <p:nvPr/>
        </p:nvCxnSpPr>
        <p:spPr>
          <a:xfrm rot="10800000">
            <a:off x="4006411" y="6325324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69" name="Google Shape;969;p40"/>
          <p:cNvSpPr/>
          <p:nvPr/>
        </p:nvSpPr>
        <p:spPr>
          <a:xfrm>
            <a:off x="9588015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0" name="Google Shape;970;p40"/>
          <p:cNvSpPr/>
          <p:nvPr/>
        </p:nvSpPr>
        <p:spPr>
          <a:xfrm>
            <a:off x="9588015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71" name="Google Shape;971;p40"/>
          <p:cNvCxnSpPr/>
          <p:nvPr/>
        </p:nvCxnSpPr>
        <p:spPr>
          <a:xfrm>
            <a:off x="10471039" y="6338771"/>
            <a:ext cx="55581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2" name="Google Shape;972;p40"/>
          <p:cNvCxnSpPr/>
          <p:nvPr/>
        </p:nvCxnSpPr>
        <p:spPr>
          <a:xfrm rot="10800000">
            <a:off x="11026852" y="6352217"/>
            <a:ext cx="0" cy="16809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73" name="Google Shape;973;p40"/>
          <p:cNvCxnSpPr/>
          <p:nvPr/>
        </p:nvCxnSpPr>
        <p:spPr>
          <a:xfrm>
            <a:off x="10755670" y="6540283"/>
            <a:ext cx="64545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4" name="Google Shape;974;p40"/>
          <p:cNvCxnSpPr/>
          <p:nvPr/>
        </p:nvCxnSpPr>
        <p:spPr>
          <a:xfrm>
            <a:off x="10867729" y="6612001"/>
            <a:ext cx="43927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40"/>
          <p:cNvSpPr/>
          <p:nvPr/>
        </p:nvSpPr>
        <p:spPr>
          <a:xfrm>
            <a:off x="7989906" y="6143788"/>
            <a:ext cx="1084729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6" name="Google Shape;976;p40"/>
          <p:cNvSpPr/>
          <p:nvPr/>
        </p:nvSpPr>
        <p:spPr>
          <a:xfrm>
            <a:off x="7989906" y="6143788"/>
            <a:ext cx="667870" cy="389965"/>
          </a:xfrm>
          <a:prstGeom prst="rect">
            <a:avLst/>
          </a:prstGeom>
          <a:solidFill>
            <a:schemeClr val="lt1"/>
          </a:solidFill>
          <a:ln cap="rnd" cmpd="sng" w="158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50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77" name="Google Shape;977;p40"/>
          <p:cNvCxnSpPr/>
          <p:nvPr/>
        </p:nvCxnSpPr>
        <p:spPr>
          <a:xfrm rot="10800000">
            <a:off x="8847162" y="6338770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78" name="Google Shape;978;p40"/>
          <p:cNvCxnSpPr/>
          <p:nvPr/>
        </p:nvCxnSpPr>
        <p:spPr>
          <a:xfrm rot="10800000">
            <a:off x="5606425" y="6325324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979" name="Google Shape;979;p40"/>
          <p:cNvCxnSpPr/>
          <p:nvPr/>
        </p:nvCxnSpPr>
        <p:spPr>
          <a:xfrm rot="10800000">
            <a:off x="7260409" y="6338770"/>
            <a:ext cx="729497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41"/>
          <p:cNvSpPr txBox="1"/>
          <p:nvPr/>
        </p:nvSpPr>
        <p:spPr>
          <a:xfrm>
            <a:off x="1539385" y="1867641"/>
            <a:ext cx="9995025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Destroy the Linked List</a:t>
            </a:r>
            <a:b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0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[means delete all the linked list]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Functions for</a:t>
            </a:r>
            <a:b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 , Min, Avg , Sum</a:t>
            </a:r>
            <a:endParaRPr/>
          </a:p>
          <a:p>
            <a:pPr indent="-3365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 a Linked List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✔"/>
            </a:pPr>
            <a:r>
              <a:rPr lang="en-US" sz="2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Concatenate 2 Lists (Join 2 Linked Lists)</a:t>
            </a:r>
            <a:endParaRPr/>
          </a:p>
        </p:txBody>
      </p:sp>
      <p:sp>
        <p:nvSpPr>
          <p:cNvPr id="986" name="Google Shape;986;p41"/>
          <p:cNvSpPr/>
          <p:nvPr/>
        </p:nvSpPr>
        <p:spPr>
          <a:xfrm>
            <a:off x="1662952" y="140261"/>
            <a:ext cx="9637060" cy="1083421"/>
          </a:xfrm>
          <a:prstGeom prst="horizontalScroll">
            <a:avLst>
              <a:gd fmla="val 16224" name="adj"/>
            </a:avLst>
          </a:prstGeom>
          <a:gradFill>
            <a:gsLst>
              <a:gs pos="0">
                <a:srgbClr val="11608A"/>
              </a:gs>
              <a:gs pos="50000">
                <a:srgbClr val="1C92D0"/>
              </a:gs>
              <a:gs pos="100000">
                <a:srgbClr val="21B0FA"/>
              </a:gs>
            </a:gsLst>
            <a:path path="circle">
              <a:fillToRect b="100%" l="100%" r="0%" t="0%"/>
            </a:path>
            <a:tileRect b="0%" l="0%" r="-100%" t="-100%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HW1: Write C/C++ or Pseudo Code to:</a:t>
            </a:r>
            <a:endParaRPr/>
          </a:p>
        </p:txBody>
      </p:sp>
      <p:sp>
        <p:nvSpPr>
          <p:cNvPr id="987" name="Google Shape;987;p41"/>
          <p:cNvSpPr/>
          <p:nvPr/>
        </p:nvSpPr>
        <p:spPr>
          <a:xfrm>
            <a:off x="7490225" y="2209386"/>
            <a:ext cx="4313847" cy="2361491"/>
          </a:xfrm>
          <a:prstGeom prst="verticalScroll">
            <a:avLst>
              <a:gd fmla="val 9433" name="adj"/>
            </a:avLst>
          </a:prstGeom>
          <a:solidFill>
            <a:schemeClr val="accent1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Submit it 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mhmoudko.osama@gmail.com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Email Title Should be: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CS212 - HW1 -  YourName - YourID</a:t>
            </a:r>
            <a:endParaRPr b="1"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88" name="Google Shape;9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867" y="1746565"/>
            <a:ext cx="2621912" cy="925642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sp>
        <p:nvSpPr>
          <p:cNvPr id="989" name="Google Shape;989;p41"/>
          <p:cNvSpPr/>
          <p:nvPr/>
        </p:nvSpPr>
        <p:spPr>
          <a:xfrm>
            <a:off x="2133599" y="5678979"/>
            <a:ext cx="96704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e.g. List1-&gt;1,2,3,4 &amp; List2-&gt;5,6 		After Concatenation: List1-&gt;1,2,3,4,5,6</a:t>
            </a:r>
            <a:endParaRPr/>
          </a:p>
        </p:txBody>
      </p:sp>
      <p:sp>
        <p:nvSpPr>
          <p:cNvPr id="990" name="Google Shape;990;p41"/>
          <p:cNvSpPr/>
          <p:nvPr/>
        </p:nvSpPr>
        <p:spPr>
          <a:xfrm>
            <a:off x="2133598" y="4700261"/>
            <a:ext cx="967047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e.g. List1-&gt;1,2,3,4 &amp; List2-&gt;empty 	After Copy: List2-&gt;1,2,3,4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2"/>
          <p:cNvSpPr txBox="1"/>
          <p:nvPr/>
        </p:nvSpPr>
        <p:spPr>
          <a:xfrm>
            <a:off x="2380130" y="893487"/>
            <a:ext cx="9533964" cy="363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of Section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☺</a:t>
            </a:r>
            <a:endParaRPr i="1" sz="1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2014-09-28T23:12:02Z</dcterms:created>
  <dc:creator>Mhmoudko Osama</dc:creator>
</cp:coreProperties>
</file>