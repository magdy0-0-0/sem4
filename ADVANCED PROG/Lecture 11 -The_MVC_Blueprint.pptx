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3" r:id="rId12"/>
    <p:sldId id="274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E8"/>
    <a:srgbClr val="F4F5ED"/>
    <a:srgbClr val="F5F5ED"/>
    <a:srgbClr val="F7F7F3"/>
    <a:srgbClr val="F5F6F0"/>
    <a:srgbClr val="F6F5F0"/>
    <a:srgbClr val="F6F7F1"/>
    <a:srgbClr val="F7F7EF"/>
    <a:srgbClr val="EEEDE8"/>
    <a:srgbClr val="F8F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6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763000"/>
            <a:ext cx="1498600" cy="3429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39200"/>
            <a:ext cx="1498600" cy="228600"/>
          </a:xfrm>
          <a:prstGeom prst="rect">
            <a:avLst/>
          </a:prstGeom>
          <a:solidFill>
            <a:srgbClr val="F8F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6129000" cy="91440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5200" y="457200"/>
            <a:ext cx="150114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3200" b="1" dirty="0" smtClean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US" sz="3200" b="1" dirty="0" smtClean="0">
                <a:solidFill>
                  <a:srgbClr val="273239"/>
                </a:solidFill>
                <a:latin typeface="Nunito"/>
              </a:rPr>
              <a:t>Advantages</a:t>
            </a:r>
            <a:endParaRPr lang="en-US" sz="3200" b="1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US" sz="3200" dirty="0">
                <a:solidFill>
                  <a:srgbClr val="273239"/>
                </a:solidFill>
                <a:latin typeface="Nunito"/>
              </a:rPr>
              <a:t>MVC provides several benefits that improve application design and development.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Clear separation of concerns improves maintainability.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Allows parallel development of UI and business logic.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Makes testing easier, especially unit testing.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Supports scalability and code reusability</a:t>
            </a:r>
            <a:r>
              <a:rPr lang="en-US" sz="32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73239"/>
              </a:solidFill>
              <a:latin typeface="Nunito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US" sz="3200" b="1" dirty="0">
                <a:solidFill>
                  <a:srgbClr val="273239"/>
                </a:solidFill>
                <a:latin typeface="Nunito"/>
              </a:rPr>
              <a:t>Disadvantages</a:t>
            </a:r>
          </a:p>
          <a:p>
            <a:pPr fontAlgn="base"/>
            <a:r>
              <a:rPr lang="en-US" sz="3200" dirty="0">
                <a:solidFill>
                  <a:srgbClr val="273239"/>
                </a:solidFill>
                <a:latin typeface="Nunito"/>
              </a:rPr>
              <a:t>Despite its benefits, MVC has some limitations.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Increased complexity for small or simple applications.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Requires more initial design and planning.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73239"/>
                </a:solidFill>
                <a:latin typeface="Nunito"/>
              </a:rPr>
              <a:t>Can be harder for beginners to understand and implement.</a:t>
            </a:r>
            <a:endParaRPr lang="en-US" sz="3200" b="0" i="0" dirty="0">
              <a:solidFill>
                <a:srgbClr val="273239"/>
              </a:solidFill>
              <a:effectLst/>
              <a:latin typeface="Nunito"/>
            </a:endParaRPr>
          </a:p>
        </p:txBody>
      </p:sp>
      <p:pic>
        <p:nvPicPr>
          <p:cNvPr id="1026" name="Picture 2" descr="How to Write 'Advantages &amp; Disadvantages' Question in IELTS Writing Task 2?  | IELTS Online Test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1200" y="2971800"/>
            <a:ext cx="4267200" cy="235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77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6129000" cy="91440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5200" y="457200"/>
            <a:ext cx="1501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3200" b="1" dirty="0" smtClean="0"/>
              <a:t>Java Code Example: Student Management System</a:t>
            </a:r>
            <a:endParaRPr lang="en-US" sz="32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9300" y="1124248"/>
            <a:ext cx="14630400" cy="78483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Getters and Setters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rollNo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name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name;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9652000" y="5257800"/>
            <a:ext cx="47162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The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</a:rPr>
              <a:t>(Student.java) </a:t>
            </a:r>
          </a:p>
        </p:txBody>
      </p:sp>
    </p:spTree>
    <p:extLst>
      <p:ext uri="{BB962C8B-B14F-4D97-AF65-F5344CB8AC3E}">
        <p14:creationId xmlns:p14="http://schemas.microsoft.com/office/powerpoint/2010/main" val="320651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6129000" cy="91440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5200" y="457200"/>
            <a:ext cx="1501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3200" b="1" dirty="0" smtClean="0"/>
              <a:t>Java Code Example: Student Management System</a:t>
            </a:r>
            <a:endParaRPr lang="en-US" sz="32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15317" y="4995178"/>
            <a:ext cx="50232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latin typeface="Arial" panose="020B0604020202020204" pitchFamily="34" charset="0"/>
              </a:rPr>
              <a:t>2. </a:t>
            </a:r>
            <a:r>
              <a:rPr lang="en-US" altLang="en-US" sz="2800" dirty="0">
                <a:latin typeface="Arial" panose="020B0604020202020204" pitchFamily="34" charset="0"/>
              </a:rPr>
              <a:t>The </a:t>
            </a:r>
            <a:r>
              <a:rPr lang="en-US" altLang="en-US" sz="2800" dirty="0" smtClean="0">
                <a:solidFill>
                  <a:srgbClr val="FF0000"/>
                </a:solidFill>
                <a:latin typeface="Arial" panose="020B0604020202020204" pitchFamily="34" charset="0"/>
              </a:rPr>
              <a:t>View</a:t>
            </a:r>
            <a:r>
              <a:rPr lang="en-US" altLang="en-US" sz="2800" dirty="0" smtClean="0">
                <a:latin typeface="Arial" panose="020B0604020202020204" pitchFamily="34" charset="0"/>
              </a:rPr>
              <a:t> (</a:t>
            </a:r>
            <a:r>
              <a:rPr lang="en-US" sz="2800" dirty="0"/>
              <a:t>StudentView.java</a:t>
            </a:r>
            <a:r>
              <a:rPr lang="en-US" altLang="en-US" sz="2800" dirty="0" smtClean="0">
                <a:latin typeface="Arial" panose="020B0604020202020204" pitchFamily="34" charset="0"/>
              </a:rPr>
              <a:t>) 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3210" y="2209800"/>
            <a:ext cx="10780515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StudentView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printStudentDetails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studentName,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studentRollNo) {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"Student: "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"Name: "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studentName);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"Roll No: "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studentRollNo);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4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"-------------------"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US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38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6129000" cy="91440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5200" y="457200"/>
            <a:ext cx="1501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3200" b="1" dirty="0" smtClean="0"/>
              <a:t>Java Code Example: Student Management System</a:t>
            </a:r>
            <a:endParaRPr lang="en-US" sz="32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668610" y="4817522"/>
            <a:ext cx="68380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The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</a:rPr>
              <a:t>(StudentController.java)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8620" y="1175081"/>
            <a:ext cx="12136580" cy="80945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StudentController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StudentView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view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StudentController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model,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StudentView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view)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model;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view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view;    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Controller methods to update the Model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setStudentName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(name);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getStudentName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    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setStudentRollNo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    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getStudentRollNo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    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Controller method to update the View</a:t>
            </a:r>
            <a:b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updateView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view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.printStudentDetails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.getRollNo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 }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1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6129000" cy="91440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5200" y="457200"/>
            <a:ext cx="1501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3200" b="1" dirty="0" smtClean="0"/>
              <a:t>Java Code Example: Student Management System</a:t>
            </a:r>
            <a:endParaRPr lang="en-US" sz="32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90000" y="4894663"/>
            <a:ext cx="69059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The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Application (MVCPatternDemo.java)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3365" y="1168837"/>
            <a:ext cx="10439400" cy="78483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MVCPatternDemo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1. Fetch student record based on his roll no from the database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model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retrieveStudentFromDatabase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2. Create a view : to write student details on console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view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3. Create a controller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StudentController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controller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StudentController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4. Display the initial state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controller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5. Update the model data (simulating user input)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controller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.setStudentName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"John Doe"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6. Display the updated state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controller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A mock database fetch method</a:t>
            </a:r>
            <a:b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retrieveStudentFromDatabase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Student();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"Robert"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.setRollNo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"10"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student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	}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34600" y="5895606"/>
            <a:ext cx="4038600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Student: </a:t>
            </a:r>
          </a:p>
          <a:p>
            <a:r>
              <a:rPr lang="en-US" sz="2000" dirty="0">
                <a:solidFill>
                  <a:schemeClr val="bg1"/>
                </a:solidFill>
              </a:rPr>
              <a:t>Name: Robert</a:t>
            </a:r>
          </a:p>
          <a:p>
            <a:r>
              <a:rPr lang="en-US" sz="2000" dirty="0">
                <a:solidFill>
                  <a:schemeClr val="bg1"/>
                </a:solidFill>
              </a:rPr>
              <a:t>Roll No: 10</a:t>
            </a:r>
          </a:p>
          <a:p>
            <a:r>
              <a:rPr lang="en-US" sz="2000" dirty="0">
                <a:solidFill>
                  <a:schemeClr val="bg1"/>
                </a:solidFill>
              </a:rPr>
              <a:t>-------------------</a:t>
            </a:r>
          </a:p>
          <a:p>
            <a:r>
              <a:rPr lang="en-US" sz="2000" dirty="0">
                <a:solidFill>
                  <a:schemeClr val="bg1"/>
                </a:solidFill>
              </a:rPr>
              <a:t>Student: </a:t>
            </a:r>
          </a:p>
          <a:p>
            <a:r>
              <a:rPr lang="en-US" sz="2000" dirty="0">
                <a:solidFill>
                  <a:schemeClr val="bg1"/>
                </a:solidFill>
              </a:rPr>
              <a:t>Name: John Doe</a:t>
            </a:r>
          </a:p>
          <a:p>
            <a:r>
              <a:rPr lang="en-US" sz="2000" dirty="0">
                <a:solidFill>
                  <a:schemeClr val="bg1"/>
                </a:solidFill>
              </a:rPr>
              <a:t>Roll No: 10</a:t>
            </a:r>
          </a:p>
          <a:p>
            <a:r>
              <a:rPr lang="en-US" sz="2000" dirty="0">
                <a:solidFill>
                  <a:schemeClr val="bg1"/>
                </a:solidFill>
              </a:rPr>
              <a:t>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5357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6F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39200"/>
            <a:ext cx="1498600" cy="3429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5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7F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5F5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4F5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57400" y="8801100"/>
            <a:ext cx="1498600" cy="342900"/>
          </a:xfrm>
          <a:prstGeom prst="rect">
            <a:avLst/>
          </a:prstGeom>
          <a:solidFill>
            <a:srgbClr val="F4F4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610</Words>
  <Application>Microsoft Office PowerPoint</Application>
  <PresentationFormat>Custom</PresentationFormat>
  <Paragraphs>35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JetBrains Mono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GoogleEltaweel</cp:lastModifiedBy>
  <cp:revision>16</cp:revision>
  <dcterms:created xsi:type="dcterms:W3CDTF">2006-08-16T00:00:00Z</dcterms:created>
  <dcterms:modified xsi:type="dcterms:W3CDTF">2026-05-16T20:17:46Z</dcterms:modified>
</cp:coreProperties>
</file>