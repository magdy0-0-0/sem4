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media/image12.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5" r:id="rId3"/>
    <p:sldMasterId id="2147483697" r:id="rId4"/>
  </p:sldMasterIdLst>
  <p:notesMasterIdLst>
    <p:notesMasterId r:id="rId33"/>
  </p:notesMasterIdLst>
  <p:sldIdLst>
    <p:sldId id="421" r:id="rId5"/>
    <p:sldId id="451" r:id="rId6"/>
    <p:sldId id="452" r:id="rId7"/>
    <p:sldId id="458" r:id="rId8"/>
    <p:sldId id="466" r:id="rId9"/>
    <p:sldId id="455" r:id="rId10"/>
    <p:sldId id="485" r:id="rId11"/>
    <p:sldId id="475" r:id="rId12"/>
    <p:sldId id="476" r:id="rId13"/>
    <p:sldId id="456" r:id="rId14"/>
    <p:sldId id="477" r:id="rId15"/>
    <p:sldId id="486" r:id="rId16"/>
    <p:sldId id="479" r:id="rId17"/>
    <p:sldId id="480" r:id="rId18"/>
    <p:sldId id="489" r:id="rId19"/>
    <p:sldId id="478" r:id="rId20"/>
    <p:sldId id="482" r:id="rId21"/>
    <p:sldId id="487" r:id="rId22"/>
    <p:sldId id="488" r:id="rId23"/>
    <p:sldId id="481" r:id="rId24"/>
    <p:sldId id="484" r:id="rId25"/>
    <p:sldId id="483" r:id="rId26"/>
    <p:sldId id="335" r:id="rId27"/>
    <p:sldId id="459" r:id="rId28"/>
    <p:sldId id="490" r:id="rId29"/>
    <p:sldId id="491" r:id="rId30"/>
    <p:sldId id="438" r:id="rId31"/>
    <p:sldId id="43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7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330" autoAdjust="0"/>
  </p:normalViewPr>
  <p:slideViewPr>
    <p:cSldViewPr snapToGrid="0">
      <p:cViewPr varScale="1">
        <p:scale>
          <a:sx n="53" d="100"/>
          <a:sy n="53" d="100"/>
        </p:scale>
        <p:origin x="108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81141-7A5D-4940-AD23-CCD8E2E28C90}"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C5383-A0D3-422C-AD55-83366BE25968}" type="slidenum">
              <a:rPr lang="en-US" smtClean="0"/>
              <a:t>‹#›</a:t>
            </a:fld>
            <a:endParaRPr lang="en-US"/>
          </a:p>
        </p:txBody>
      </p:sp>
    </p:spTree>
    <p:extLst>
      <p:ext uri="{BB962C8B-B14F-4D97-AF65-F5344CB8AC3E}">
        <p14:creationId xmlns:p14="http://schemas.microsoft.com/office/powerpoint/2010/main" val="421642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7</a:t>
            </a:fld>
            <a:endParaRPr lang="en-US"/>
          </a:p>
        </p:txBody>
      </p:sp>
    </p:spTree>
    <p:extLst>
      <p:ext uri="{BB962C8B-B14F-4D97-AF65-F5344CB8AC3E}">
        <p14:creationId xmlns:p14="http://schemas.microsoft.com/office/powerpoint/2010/main" val="4010600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8</a:t>
            </a:fld>
            <a:endParaRPr lang="en-US"/>
          </a:p>
        </p:txBody>
      </p:sp>
    </p:spTree>
    <p:extLst>
      <p:ext uri="{BB962C8B-B14F-4D97-AF65-F5344CB8AC3E}">
        <p14:creationId xmlns:p14="http://schemas.microsoft.com/office/powerpoint/2010/main" val="2582407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9</a:t>
            </a:fld>
            <a:endParaRPr lang="en-US"/>
          </a:p>
        </p:txBody>
      </p:sp>
    </p:spTree>
    <p:extLst>
      <p:ext uri="{BB962C8B-B14F-4D97-AF65-F5344CB8AC3E}">
        <p14:creationId xmlns:p14="http://schemas.microsoft.com/office/powerpoint/2010/main" val="3982008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10</a:t>
            </a:fld>
            <a:endParaRPr lang="en-US"/>
          </a:p>
        </p:txBody>
      </p:sp>
    </p:spTree>
    <p:extLst>
      <p:ext uri="{BB962C8B-B14F-4D97-AF65-F5344CB8AC3E}">
        <p14:creationId xmlns:p14="http://schemas.microsoft.com/office/powerpoint/2010/main" val="2518933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11</a:t>
            </a:fld>
            <a:endParaRPr lang="en-US"/>
          </a:p>
        </p:txBody>
      </p:sp>
    </p:spTree>
    <p:extLst>
      <p:ext uri="{BB962C8B-B14F-4D97-AF65-F5344CB8AC3E}">
        <p14:creationId xmlns:p14="http://schemas.microsoft.com/office/powerpoint/2010/main" val="883740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12</a:t>
            </a:fld>
            <a:endParaRPr lang="en-US"/>
          </a:p>
        </p:txBody>
      </p:sp>
    </p:spTree>
    <p:extLst>
      <p:ext uri="{BB962C8B-B14F-4D97-AF65-F5344CB8AC3E}">
        <p14:creationId xmlns:p14="http://schemas.microsoft.com/office/powerpoint/2010/main" val="1229498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Errors</a:t>
            </a:r>
            <a:r>
              <a:rPr lang="en-US" sz="1200" b="0" i="0" kern="1200" dirty="0" smtClean="0">
                <a:solidFill>
                  <a:schemeClr val="tx1"/>
                </a:solidFill>
                <a:effectLst/>
                <a:latin typeface="+mn-lt"/>
                <a:ea typeface="+mn-ea"/>
                <a:cs typeface="+mn-cs"/>
              </a:rPr>
              <a:t>: Errors are exceptional scenarios that are out of the scope of application, and it’s not possible to anticipate and recover from them. For example, hardware failure, Java virtual machine (JVM) crash, or out-of-memory error. That’s why we have a separate hierarchy of Errors and we should not try to handle these situations. Some of the common Errors are </a:t>
            </a:r>
            <a:r>
              <a:rPr lang="en-US" sz="1200" b="0" i="0" kern="1200" dirty="0" err="1" smtClean="0">
                <a:solidFill>
                  <a:schemeClr val="tx1"/>
                </a:solidFill>
                <a:effectLst/>
                <a:latin typeface="+mn-lt"/>
                <a:ea typeface="+mn-ea"/>
                <a:cs typeface="+mn-cs"/>
              </a:rPr>
              <a:t>OutOfMemoryError</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StackOverflowError</a:t>
            </a:r>
            <a:r>
              <a:rPr lang="en-US" sz="1200" b="0" i="0" kern="1200" dirty="0" smtClean="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13</a:t>
            </a:fld>
            <a:endParaRPr lang="en-US"/>
          </a:p>
        </p:txBody>
      </p:sp>
    </p:spTree>
    <p:extLst>
      <p:ext uri="{BB962C8B-B14F-4D97-AF65-F5344CB8AC3E}">
        <p14:creationId xmlns:p14="http://schemas.microsoft.com/office/powerpoint/2010/main" val="1872237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Checked exceptions are enforced by the compiler, while unchecked exceptions are not.</a:t>
            </a:r>
          </a:p>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14</a:t>
            </a:fld>
            <a:endParaRPr lang="en-US"/>
          </a:p>
        </p:txBody>
      </p:sp>
    </p:spTree>
    <p:extLst>
      <p:ext uri="{BB962C8B-B14F-4D97-AF65-F5344CB8AC3E}">
        <p14:creationId xmlns:p14="http://schemas.microsoft.com/office/powerpoint/2010/main" val="4001832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Checked exceptions are enforced by the compiler, while unchecked exceptions are not.</a:t>
            </a:r>
          </a:p>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15</a:t>
            </a:fld>
            <a:endParaRPr lang="en-US"/>
          </a:p>
        </p:txBody>
      </p:sp>
    </p:spTree>
    <p:extLst>
      <p:ext uri="{BB962C8B-B14F-4D97-AF65-F5344CB8AC3E}">
        <p14:creationId xmlns:p14="http://schemas.microsoft.com/office/powerpoint/2010/main" val="304044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16</a:t>
            </a:fld>
            <a:endParaRPr lang="en-US"/>
          </a:p>
        </p:txBody>
      </p:sp>
    </p:spTree>
    <p:extLst>
      <p:ext uri="{BB962C8B-B14F-4D97-AF65-F5344CB8AC3E}">
        <p14:creationId xmlns:p14="http://schemas.microsoft.com/office/powerpoint/2010/main" val="2140252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17</a:t>
            </a:fld>
            <a:endParaRPr lang="en-US"/>
          </a:p>
        </p:txBody>
      </p:sp>
    </p:spTree>
    <p:extLst>
      <p:ext uri="{BB962C8B-B14F-4D97-AF65-F5344CB8AC3E}">
        <p14:creationId xmlns:p14="http://schemas.microsoft.com/office/powerpoint/2010/main" val="2579571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18</a:t>
            </a:fld>
            <a:endParaRPr lang="en-US"/>
          </a:p>
        </p:txBody>
      </p:sp>
    </p:spTree>
    <p:extLst>
      <p:ext uri="{BB962C8B-B14F-4D97-AF65-F5344CB8AC3E}">
        <p14:creationId xmlns:p14="http://schemas.microsoft.com/office/powerpoint/2010/main" val="841144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19</a:t>
            </a:fld>
            <a:endParaRPr lang="en-US"/>
          </a:p>
        </p:txBody>
      </p:sp>
    </p:spTree>
    <p:extLst>
      <p:ext uri="{BB962C8B-B14F-4D97-AF65-F5344CB8AC3E}">
        <p14:creationId xmlns:p14="http://schemas.microsoft.com/office/powerpoint/2010/main" val="4065207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20</a:t>
            </a:fld>
            <a:endParaRPr lang="en-US"/>
          </a:p>
        </p:txBody>
      </p:sp>
    </p:spTree>
    <p:extLst>
      <p:ext uri="{BB962C8B-B14F-4D97-AF65-F5344CB8AC3E}">
        <p14:creationId xmlns:p14="http://schemas.microsoft.com/office/powerpoint/2010/main" val="2458595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When multiple exceptions are possible inside a method, list them separated by commas in the throws clause, and the caller decides how to handle them.</a:t>
            </a:r>
          </a:p>
          <a:p>
            <a:r>
              <a:rPr lang="en-US" b="1" dirty="0" smtClean="0"/>
              <a:t>Explanation</a:t>
            </a:r>
          </a:p>
          <a:p>
            <a:r>
              <a:rPr lang="en-US" dirty="0" err="1" smtClean="0"/>
              <a:t>readData</a:t>
            </a:r>
            <a:r>
              <a:rPr lang="en-US" dirty="0" smtClean="0"/>
              <a:t>() declares </a:t>
            </a:r>
            <a:r>
              <a:rPr lang="en-US" b="1" dirty="0" smtClean="0"/>
              <a:t>two exceptions</a:t>
            </a:r>
            <a:r>
              <a:rPr lang="en-US" dirty="0" smtClean="0"/>
              <a:t>:</a:t>
            </a:r>
          </a:p>
          <a:p>
            <a:pPr lvl="1"/>
            <a:r>
              <a:rPr lang="en-US" dirty="0" err="1" smtClean="0"/>
              <a:t>IOException</a:t>
            </a:r>
            <a:endParaRPr lang="en-US" dirty="0" smtClean="0"/>
          </a:p>
          <a:p>
            <a:pPr lvl="1"/>
            <a:r>
              <a:rPr lang="en-US" dirty="0" err="1" smtClean="0"/>
              <a:t>ClassNotFoundException</a:t>
            </a:r>
            <a:endParaRPr lang="en-US" dirty="0" smtClean="0"/>
          </a:p>
          <a:p>
            <a:r>
              <a:rPr lang="en-US" dirty="0" smtClean="0"/>
              <a:t>The method does </a:t>
            </a:r>
            <a:r>
              <a:rPr lang="en-US" b="1" dirty="0" smtClean="0"/>
              <a:t>not handle</a:t>
            </a:r>
            <a:r>
              <a:rPr lang="en-US" dirty="0" smtClean="0"/>
              <a:t> them internally.</a:t>
            </a:r>
          </a:p>
          <a:p>
            <a:r>
              <a:rPr lang="en-US" dirty="0" smtClean="0"/>
              <a:t>It passes responsibility to the caller (main()).</a:t>
            </a:r>
          </a:p>
          <a:p>
            <a:r>
              <a:rPr lang="en-US" dirty="0" smtClean="0"/>
              <a:t>The caller can:</a:t>
            </a:r>
          </a:p>
          <a:p>
            <a:pPr lvl="1"/>
            <a:r>
              <a:rPr lang="en-US" dirty="0" smtClean="0"/>
              <a:t>Handle them using try-catch, OR</a:t>
            </a:r>
          </a:p>
          <a:p>
            <a:pPr lvl="1"/>
            <a:r>
              <a:rPr lang="en-US" dirty="0" smtClean="0"/>
              <a:t>Further propagate them using throws.</a:t>
            </a:r>
          </a:p>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21</a:t>
            </a:fld>
            <a:endParaRPr lang="en-US"/>
          </a:p>
        </p:txBody>
      </p:sp>
    </p:spTree>
    <p:extLst>
      <p:ext uri="{BB962C8B-B14F-4D97-AF65-F5344CB8AC3E}">
        <p14:creationId xmlns:p14="http://schemas.microsoft.com/office/powerpoint/2010/main" val="1139282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22</a:t>
            </a:fld>
            <a:endParaRPr lang="en-US"/>
          </a:p>
        </p:txBody>
      </p:sp>
    </p:spTree>
    <p:extLst>
      <p:ext uri="{BB962C8B-B14F-4D97-AF65-F5344CB8AC3E}">
        <p14:creationId xmlns:p14="http://schemas.microsoft.com/office/powerpoint/2010/main" val="2335183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All Java exceptions inherit from </a:t>
            </a:r>
            <a:r>
              <a:rPr lang="en-US" b="1" dirty="0" err="1" smtClean="0"/>
              <a:t>Throwable</a:t>
            </a:r>
            <a:r>
              <a:rPr lang="en-US" dirty="0" smtClean="0"/>
              <a:t>.</a:t>
            </a:r>
          </a:p>
          <a:p>
            <a:r>
              <a:rPr lang="en-US" dirty="0" smtClean="0"/>
              <a:t>Exception classes </a:t>
            </a:r>
            <a:r>
              <a:rPr lang="en-US" b="1" dirty="0" smtClean="0"/>
              <a:t>categorize different error scenarios</a:t>
            </a:r>
            <a:r>
              <a:rPr lang="en-US" dirty="0" smtClean="0"/>
              <a:t> for easier handling.</a:t>
            </a:r>
          </a:p>
          <a:p>
            <a:r>
              <a:rPr lang="en-US" b="1" dirty="0" err="1" smtClean="0"/>
              <a:t>Throwable</a:t>
            </a:r>
            <a:r>
              <a:rPr lang="en-US" dirty="0" smtClean="0"/>
              <a:t> implements </a:t>
            </a:r>
            <a:r>
              <a:rPr lang="en-US" b="1" dirty="0" smtClean="0"/>
              <a:t>Serializable</a:t>
            </a:r>
            <a:r>
              <a:rPr lang="en-US" dirty="0" smtClean="0"/>
              <a:t> for object interoperability.</a:t>
            </a:r>
          </a:p>
          <a:p>
            <a:r>
              <a:rPr lang="en-US" dirty="0" smtClean="0"/>
              <a:t>No new methods are added in Exception subclasses; all useful methods are in </a:t>
            </a:r>
            <a:r>
              <a:rPr lang="en-US" dirty="0" err="1" smtClean="0"/>
              <a:t>Throwable</a:t>
            </a:r>
            <a:r>
              <a:rPr lang="en-US" dirty="0" smtClean="0"/>
              <a:t>.</a:t>
            </a:r>
          </a:p>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23</a:t>
            </a:fld>
            <a:endParaRPr lang="en-US"/>
          </a:p>
        </p:txBody>
      </p:sp>
    </p:spTree>
    <p:extLst>
      <p:ext uri="{BB962C8B-B14F-4D97-AF65-F5344CB8AC3E}">
        <p14:creationId xmlns:p14="http://schemas.microsoft.com/office/powerpoint/2010/main" val="36488102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These methods help </a:t>
            </a:r>
            <a:r>
              <a:rPr lang="en-US" b="1" dirty="0" smtClean="0"/>
              <a:t>identify, debug, and log exceptions</a:t>
            </a:r>
            <a:r>
              <a:rPr lang="en-US" dirty="0" smtClean="0"/>
              <a:t> efficiently, allowing programmers to handle errors gracefully.</a:t>
            </a:r>
          </a:p>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24</a:t>
            </a:fld>
            <a:endParaRPr lang="en-US"/>
          </a:p>
        </p:txBody>
      </p:sp>
    </p:spTree>
    <p:extLst>
      <p:ext uri="{BB962C8B-B14F-4D97-AF65-F5344CB8AC3E}">
        <p14:creationId xmlns:p14="http://schemas.microsoft.com/office/powerpoint/2010/main" val="17788175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Custom exceptions </a:t>
            </a:r>
            <a:r>
              <a:rPr lang="en-US" b="1" dirty="0" smtClean="0"/>
              <a:t>enhance clarity</a:t>
            </a:r>
            <a:r>
              <a:rPr lang="en-US" dirty="0" smtClean="0"/>
              <a:t> in error handling.</a:t>
            </a:r>
          </a:p>
          <a:p>
            <a:r>
              <a:rPr lang="en-US" dirty="0" smtClean="0"/>
              <a:t>Can include </a:t>
            </a:r>
            <a:r>
              <a:rPr lang="en-US" b="1" dirty="0" smtClean="0"/>
              <a:t>additional data</a:t>
            </a:r>
            <a:r>
              <a:rPr lang="en-US" dirty="0" smtClean="0"/>
              <a:t> like error codes.</a:t>
            </a:r>
          </a:p>
          <a:p>
            <a:r>
              <a:rPr lang="en-US" dirty="0" smtClean="0"/>
              <a:t>Helps </a:t>
            </a:r>
            <a:r>
              <a:rPr lang="en-US" b="1" dirty="0" smtClean="0"/>
              <a:t>caller methods respond appropriately</a:t>
            </a:r>
            <a:r>
              <a:rPr lang="en-US" dirty="0" smtClean="0"/>
              <a:t> to specific error scenarios.</a:t>
            </a:r>
          </a:p>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25</a:t>
            </a:fld>
            <a:endParaRPr lang="en-US"/>
          </a:p>
        </p:txBody>
      </p:sp>
    </p:spTree>
    <p:extLst>
      <p:ext uri="{BB962C8B-B14F-4D97-AF65-F5344CB8AC3E}">
        <p14:creationId xmlns:p14="http://schemas.microsoft.com/office/powerpoint/2010/main" val="899874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Custom exceptions </a:t>
            </a:r>
            <a:r>
              <a:rPr lang="en-US" b="1" dirty="0" smtClean="0"/>
              <a:t>enhance clarity</a:t>
            </a:r>
            <a:r>
              <a:rPr lang="en-US" dirty="0" smtClean="0"/>
              <a:t> in error handling.</a:t>
            </a:r>
          </a:p>
          <a:p>
            <a:r>
              <a:rPr lang="en-US" dirty="0" smtClean="0"/>
              <a:t>Can include </a:t>
            </a:r>
            <a:r>
              <a:rPr lang="en-US" b="1" dirty="0" smtClean="0"/>
              <a:t>additional data</a:t>
            </a:r>
            <a:r>
              <a:rPr lang="en-US" dirty="0" smtClean="0"/>
              <a:t> like error codes.</a:t>
            </a:r>
          </a:p>
          <a:p>
            <a:r>
              <a:rPr lang="en-US" dirty="0" smtClean="0"/>
              <a:t>Helps </a:t>
            </a:r>
            <a:r>
              <a:rPr lang="en-US" b="1" dirty="0" smtClean="0"/>
              <a:t>caller methods respond appropriately</a:t>
            </a:r>
            <a:r>
              <a:rPr lang="en-US" dirty="0" smtClean="0"/>
              <a:t> to specific error scenarios.</a:t>
            </a:r>
          </a:p>
          <a:p>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26</a:t>
            </a:fld>
            <a:endParaRPr lang="en-US"/>
          </a:p>
        </p:txBody>
      </p:sp>
    </p:spTree>
    <p:extLst>
      <p:ext uri="{BB962C8B-B14F-4D97-AF65-F5344CB8AC3E}">
        <p14:creationId xmlns:p14="http://schemas.microsoft.com/office/powerpoint/2010/main" val="8488595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a:t>
            </a:r>
            <a:r>
              <a:rPr lang="en-US" dirty="0" err="1" smtClean="0"/>
              <a:t>java.util.Scanner</a:t>
            </a:r>
            <a:r>
              <a:rPr lang="en-US" dirty="0" smtClean="0"/>
              <a:t>;</a:t>
            </a:r>
          </a:p>
          <a:p>
            <a:endParaRPr lang="en-US" dirty="0" smtClean="0"/>
          </a:p>
          <a:p>
            <a:r>
              <a:rPr lang="en-US" dirty="0" smtClean="0"/>
              <a:t>// Custom exception for negative array size</a:t>
            </a:r>
          </a:p>
          <a:p>
            <a:r>
              <a:rPr lang="en-US" dirty="0" smtClean="0"/>
              <a:t>class </a:t>
            </a:r>
            <a:r>
              <a:rPr lang="en-US" dirty="0" err="1" smtClean="0"/>
              <a:t>NegativeArraySizeCustomException</a:t>
            </a:r>
            <a:r>
              <a:rPr lang="en-US" dirty="0" smtClean="0"/>
              <a:t> extends Exception {</a:t>
            </a:r>
          </a:p>
          <a:p>
            <a:r>
              <a:rPr lang="en-US" dirty="0" smtClean="0"/>
              <a:t>    private </a:t>
            </a:r>
            <a:r>
              <a:rPr lang="en-US" dirty="0" err="1" smtClean="0"/>
              <a:t>int</a:t>
            </a:r>
            <a:r>
              <a:rPr lang="en-US" dirty="0" smtClean="0"/>
              <a:t> </a:t>
            </a:r>
            <a:r>
              <a:rPr lang="en-US" dirty="0" err="1" smtClean="0"/>
              <a:t>errorCode</a:t>
            </a:r>
            <a:r>
              <a:rPr lang="en-US" dirty="0" smtClean="0"/>
              <a:t>;</a:t>
            </a:r>
          </a:p>
          <a:p>
            <a:endParaRPr lang="en-US" dirty="0" smtClean="0"/>
          </a:p>
          <a:p>
            <a:r>
              <a:rPr lang="en-US" dirty="0" smtClean="0"/>
              <a:t>    public </a:t>
            </a:r>
            <a:r>
              <a:rPr lang="en-US" dirty="0" err="1" smtClean="0"/>
              <a:t>NegativeArraySizeCustomException</a:t>
            </a:r>
            <a:r>
              <a:rPr lang="en-US" dirty="0" smtClean="0"/>
              <a:t>(String message, </a:t>
            </a:r>
            <a:r>
              <a:rPr lang="en-US" dirty="0" err="1" smtClean="0"/>
              <a:t>int</a:t>
            </a:r>
            <a:r>
              <a:rPr lang="en-US" dirty="0" smtClean="0"/>
              <a:t> </a:t>
            </a:r>
            <a:r>
              <a:rPr lang="en-US" dirty="0" err="1" smtClean="0"/>
              <a:t>errorCode</a:t>
            </a:r>
            <a:r>
              <a:rPr lang="en-US" dirty="0" smtClean="0"/>
              <a:t>) {</a:t>
            </a:r>
          </a:p>
          <a:p>
            <a:r>
              <a:rPr lang="en-US" dirty="0" smtClean="0"/>
              <a:t>        super(message);</a:t>
            </a:r>
          </a:p>
          <a:p>
            <a:r>
              <a:rPr lang="en-US" dirty="0" smtClean="0"/>
              <a:t>        </a:t>
            </a:r>
            <a:r>
              <a:rPr lang="en-US" dirty="0" err="1" smtClean="0"/>
              <a:t>this.errorCode</a:t>
            </a:r>
            <a:r>
              <a:rPr lang="en-US" dirty="0" smtClean="0"/>
              <a:t> = </a:t>
            </a:r>
            <a:r>
              <a:rPr lang="en-US" dirty="0" err="1" smtClean="0"/>
              <a:t>errorCode</a:t>
            </a:r>
            <a:r>
              <a:rPr lang="en-US" dirty="0" smtClean="0"/>
              <a:t>;</a:t>
            </a:r>
          </a:p>
          <a:p>
            <a:r>
              <a:rPr lang="en-US" dirty="0" smtClean="0"/>
              <a:t>    }</a:t>
            </a:r>
          </a:p>
          <a:p>
            <a:endParaRPr lang="en-US" dirty="0" smtClean="0"/>
          </a:p>
          <a:p>
            <a:r>
              <a:rPr lang="en-US" dirty="0" smtClean="0"/>
              <a:t>    public </a:t>
            </a:r>
            <a:r>
              <a:rPr lang="en-US" dirty="0" err="1" smtClean="0"/>
              <a:t>int</a:t>
            </a:r>
            <a:r>
              <a:rPr lang="en-US" dirty="0" smtClean="0"/>
              <a:t> </a:t>
            </a:r>
            <a:r>
              <a:rPr lang="en-US" dirty="0" err="1" smtClean="0"/>
              <a:t>getErrorCode</a:t>
            </a:r>
            <a:r>
              <a:rPr lang="en-US" dirty="0" smtClean="0"/>
              <a:t>() {</a:t>
            </a:r>
          </a:p>
          <a:p>
            <a:r>
              <a:rPr lang="en-US" dirty="0" smtClean="0"/>
              <a:t>        return </a:t>
            </a:r>
            <a:r>
              <a:rPr lang="en-US" dirty="0" err="1" smtClean="0"/>
              <a:t>errorCode</a:t>
            </a:r>
            <a:r>
              <a:rPr lang="en-US" dirty="0" smtClean="0"/>
              <a:t>;</a:t>
            </a:r>
          </a:p>
          <a:p>
            <a:r>
              <a:rPr lang="en-US" dirty="0" smtClean="0"/>
              <a:t>    }</a:t>
            </a:r>
          </a:p>
          <a:p>
            <a:r>
              <a:rPr lang="en-US" dirty="0" smtClean="0"/>
              <a:t>}</a:t>
            </a:r>
          </a:p>
          <a:p>
            <a:endParaRPr lang="en-US" dirty="0" smtClean="0"/>
          </a:p>
          <a:p>
            <a:r>
              <a:rPr lang="en-US" dirty="0" smtClean="0"/>
              <a:t>public class </a:t>
            </a:r>
            <a:r>
              <a:rPr lang="en-US" dirty="0" err="1" smtClean="0"/>
              <a:t>ArrayOperations</a:t>
            </a:r>
            <a:r>
              <a:rPr lang="en-US" dirty="0" smtClean="0"/>
              <a:t> {</a:t>
            </a:r>
          </a:p>
          <a:p>
            <a:endParaRPr lang="en-US" dirty="0" smtClean="0"/>
          </a:p>
          <a:p>
            <a:r>
              <a:rPr lang="en-US" dirty="0" smtClean="0"/>
              <a:t>    // Method to read array elements</a:t>
            </a:r>
          </a:p>
          <a:p>
            <a:r>
              <a:rPr lang="en-US" dirty="0" smtClean="0"/>
              <a:t>    public static </a:t>
            </a:r>
            <a:r>
              <a:rPr lang="en-US" dirty="0" err="1" smtClean="0"/>
              <a:t>int</a:t>
            </a:r>
            <a:r>
              <a:rPr lang="en-US" dirty="0" smtClean="0"/>
              <a:t>[] </a:t>
            </a:r>
            <a:r>
              <a:rPr lang="en-US" dirty="0" err="1" smtClean="0"/>
              <a:t>readArray</a:t>
            </a:r>
            <a:r>
              <a:rPr lang="en-US" dirty="0" smtClean="0"/>
              <a:t>(</a:t>
            </a:r>
            <a:r>
              <a:rPr lang="en-US" dirty="0" err="1" smtClean="0"/>
              <a:t>int</a:t>
            </a:r>
            <a:r>
              <a:rPr lang="en-US" dirty="0" smtClean="0"/>
              <a:t> size) throws </a:t>
            </a:r>
            <a:r>
              <a:rPr lang="en-US" dirty="0" err="1" smtClean="0"/>
              <a:t>NegativeArraySizeCustomException</a:t>
            </a:r>
            <a:r>
              <a:rPr lang="en-US" dirty="0" smtClean="0"/>
              <a:t> {</a:t>
            </a:r>
          </a:p>
          <a:p>
            <a:r>
              <a:rPr lang="en-US" dirty="0" smtClean="0"/>
              <a:t>        if (size &lt; 0) {</a:t>
            </a:r>
          </a:p>
          <a:p>
            <a:r>
              <a:rPr lang="en-US" dirty="0" smtClean="0"/>
              <a:t>            throw new </a:t>
            </a:r>
            <a:r>
              <a:rPr lang="en-US" dirty="0" err="1" smtClean="0"/>
              <a:t>NegativeArraySizeCustomException</a:t>
            </a:r>
            <a:r>
              <a:rPr lang="en-US" dirty="0" smtClean="0"/>
              <a:t>("Array size cannot be negative", 101);</a:t>
            </a:r>
          </a:p>
          <a:p>
            <a:r>
              <a:rPr lang="en-US" dirty="0" smtClean="0"/>
              <a:t>        }</a:t>
            </a:r>
          </a:p>
          <a:p>
            <a:endParaRPr lang="en-US" dirty="0" smtClean="0"/>
          </a:p>
          <a:p>
            <a:r>
              <a:rPr lang="en-US" dirty="0" smtClean="0"/>
              <a:t>        Scanner </a:t>
            </a:r>
            <a:r>
              <a:rPr lang="en-US" dirty="0" err="1" smtClean="0"/>
              <a:t>sc</a:t>
            </a:r>
            <a:r>
              <a:rPr lang="en-US" dirty="0" smtClean="0"/>
              <a:t> = new Scanner(System.in);</a:t>
            </a:r>
          </a:p>
          <a:p>
            <a:r>
              <a:rPr lang="en-US" dirty="0" smtClean="0"/>
              <a:t>        </a:t>
            </a:r>
            <a:r>
              <a:rPr lang="en-US" dirty="0" err="1" smtClean="0"/>
              <a:t>int</a:t>
            </a:r>
            <a:r>
              <a:rPr lang="en-US" dirty="0" smtClean="0"/>
              <a:t>[] </a:t>
            </a:r>
            <a:r>
              <a:rPr lang="en-US" dirty="0" err="1" smtClean="0"/>
              <a:t>arr</a:t>
            </a:r>
            <a:r>
              <a:rPr lang="en-US" dirty="0" smtClean="0"/>
              <a:t> = new </a:t>
            </a:r>
            <a:r>
              <a:rPr lang="en-US" dirty="0" err="1" smtClean="0"/>
              <a:t>int</a:t>
            </a:r>
            <a:r>
              <a:rPr lang="en-US" dirty="0" smtClean="0"/>
              <a:t>[size];</a:t>
            </a:r>
          </a:p>
          <a:p>
            <a:r>
              <a:rPr lang="en-US" dirty="0" smtClean="0"/>
              <a:t>        </a:t>
            </a:r>
            <a:r>
              <a:rPr lang="en-US" dirty="0" err="1" smtClean="0"/>
              <a:t>System.out.print</a:t>
            </a:r>
            <a:r>
              <a:rPr lang="en-US" dirty="0" smtClean="0"/>
              <a:t>("Enter elements: ");</a:t>
            </a:r>
          </a:p>
          <a:p>
            <a:r>
              <a:rPr lang="en-US" dirty="0" smtClean="0"/>
              <a:t>        for (</a:t>
            </a:r>
            <a:r>
              <a:rPr lang="en-US" dirty="0" err="1" smtClean="0"/>
              <a:t>int</a:t>
            </a:r>
            <a:r>
              <a:rPr lang="en-US" dirty="0" smtClean="0"/>
              <a:t> </a:t>
            </a:r>
            <a:r>
              <a:rPr lang="en-US" dirty="0" err="1" smtClean="0"/>
              <a:t>i</a:t>
            </a:r>
            <a:r>
              <a:rPr lang="en-US" dirty="0" smtClean="0"/>
              <a:t> = 0; </a:t>
            </a:r>
            <a:r>
              <a:rPr lang="en-US" dirty="0" err="1" smtClean="0"/>
              <a:t>i</a:t>
            </a:r>
            <a:r>
              <a:rPr lang="en-US" dirty="0" smtClean="0"/>
              <a:t> &lt; size; </a:t>
            </a:r>
            <a:r>
              <a:rPr lang="en-US" dirty="0" err="1" smtClean="0"/>
              <a:t>i</a:t>
            </a:r>
            <a:r>
              <a:rPr lang="en-US" dirty="0" smtClean="0"/>
              <a:t>++) {</a:t>
            </a:r>
          </a:p>
          <a:p>
            <a:r>
              <a:rPr lang="en-US" dirty="0" smtClean="0"/>
              <a:t>            </a:t>
            </a:r>
            <a:r>
              <a:rPr lang="en-US" dirty="0" err="1" smtClean="0"/>
              <a:t>arr</a:t>
            </a:r>
            <a:r>
              <a:rPr lang="en-US" dirty="0" smtClean="0"/>
              <a:t>[</a:t>
            </a:r>
            <a:r>
              <a:rPr lang="en-US" dirty="0" err="1" smtClean="0"/>
              <a:t>i</a:t>
            </a:r>
            <a:r>
              <a:rPr lang="en-US" dirty="0" smtClean="0"/>
              <a:t>] = </a:t>
            </a:r>
            <a:r>
              <a:rPr lang="en-US" dirty="0" err="1" smtClean="0"/>
              <a:t>sc.nextInt</a:t>
            </a:r>
            <a:r>
              <a:rPr lang="en-US" dirty="0" smtClean="0"/>
              <a:t>();</a:t>
            </a:r>
          </a:p>
          <a:p>
            <a:r>
              <a:rPr lang="en-US" dirty="0" smtClean="0"/>
              <a:t>        }</a:t>
            </a:r>
          </a:p>
          <a:p>
            <a:r>
              <a:rPr lang="en-US" dirty="0" smtClean="0"/>
              <a:t>        return </a:t>
            </a:r>
            <a:r>
              <a:rPr lang="en-US" dirty="0" err="1" smtClean="0"/>
              <a:t>arr</a:t>
            </a:r>
            <a:r>
              <a:rPr lang="en-US" dirty="0" smtClean="0"/>
              <a:t>;</a:t>
            </a:r>
          </a:p>
          <a:p>
            <a:r>
              <a:rPr lang="en-US" dirty="0" smtClean="0"/>
              <a:t>    }</a:t>
            </a:r>
          </a:p>
          <a:p>
            <a:endParaRPr lang="en-US" dirty="0" smtClean="0"/>
          </a:p>
          <a:p>
            <a:r>
              <a:rPr lang="en-US" dirty="0" smtClean="0"/>
              <a:t>    // Method to get an element at given index</a:t>
            </a:r>
          </a:p>
          <a:p>
            <a:r>
              <a:rPr lang="en-US" dirty="0" smtClean="0"/>
              <a:t>    public static </a:t>
            </a:r>
            <a:r>
              <a:rPr lang="en-US" dirty="0" err="1" smtClean="0"/>
              <a:t>int</a:t>
            </a:r>
            <a:r>
              <a:rPr lang="en-US" dirty="0" smtClean="0"/>
              <a:t> </a:t>
            </a:r>
            <a:r>
              <a:rPr lang="en-US" dirty="0" err="1" smtClean="0"/>
              <a:t>getElement</a:t>
            </a:r>
            <a:r>
              <a:rPr lang="en-US" dirty="0" smtClean="0"/>
              <a:t>(</a:t>
            </a:r>
            <a:r>
              <a:rPr lang="en-US" dirty="0" err="1" smtClean="0"/>
              <a:t>int</a:t>
            </a:r>
            <a:r>
              <a:rPr lang="en-US" dirty="0" smtClean="0"/>
              <a:t>[] </a:t>
            </a:r>
            <a:r>
              <a:rPr lang="en-US" dirty="0" err="1" smtClean="0"/>
              <a:t>arr</a:t>
            </a:r>
            <a:r>
              <a:rPr lang="en-US" dirty="0" smtClean="0"/>
              <a:t>, </a:t>
            </a:r>
            <a:r>
              <a:rPr lang="en-US" dirty="0" err="1" smtClean="0"/>
              <a:t>int</a:t>
            </a:r>
            <a:r>
              <a:rPr lang="en-US" dirty="0" smtClean="0"/>
              <a:t> index) {</a:t>
            </a:r>
          </a:p>
          <a:p>
            <a:r>
              <a:rPr lang="en-US" dirty="0" smtClean="0"/>
              <a:t>        return </a:t>
            </a:r>
            <a:r>
              <a:rPr lang="en-US" dirty="0" err="1" smtClean="0"/>
              <a:t>arr</a:t>
            </a:r>
            <a:r>
              <a:rPr lang="en-US" dirty="0" smtClean="0"/>
              <a:t>[index]; // May throw </a:t>
            </a:r>
            <a:r>
              <a:rPr lang="en-US" dirty="0" err="1" smtClean="0"/>
              <a:t>ArrayIndexOutOfBoundsException</a:t>
            </a:r>
            <a:endParaRPr lang="en-US" dirty="0" smtClean="0"/>
          </a:p>
          <a:p>
            <a:r>
              <a:rPr lang="en-US" dirty="0" smtClean="0"/>
              <a:t>    }</a:t>
            </a:r>
          </a:p>
          <a:p>
            <a:endParaRPr lang="en-US" dirty="0" smtClean="0"/>
          </a:p>
          <a:p>
            <a:r>
              <a:rPr lang="en-US" dirty="0" smtClean="0"/>
              <a:t>    // Method to divide two numbers</a:t>
            </a:r>
          </a:p>
          <a:p>
            <a:r>
              <a:rPr lang="en-US" dirty="0" smtClean="0"/>
              <a:t>    public static </a:t>
            </a:r>
            <a:r>
              <a:rPr lang="en-US" dirty="0" err="1" smtClean="0"/>
              <a:t>int</a:t>
            </a:r>
            <a:r>
              <a:rPr lang="en-US" dirty="0" smtClean="0"/>
              <a:t> divide(</a:t>
            </a:r>
            <a:r>
              <a:rPr lang="en-US" dirty="0" err="1" smtClean="0"/>
              <a:t>int</a:t>
            </a:r>
            <a:r>
              <a:rPr lang="en-US" dirty="0" smtClean="0"/>
              <a:t> a, </a:t>
            </a:r>
            <a:r>
              <a:rPr lang="en-US" dirty="0" err="1" smtClean="0"/>
              <a:t>int</a:t>
            </a:r>
            <a:r>
              <a:rPr lang="en-US" dirty="0" smtClean="0"/>
              <a:t> b) {</a:t>
            </a:r>
          </a:p>
          <a:p>
            <a:r>
              <a:rPr lang="en-US" dirty="0" smtClean="0"/>
              <a:t>        return a / b; // May throw </a:t>
            </a:r>
            <a:r>
              <a:rPr lang="en-US" dirty="0" err="1" smtClean="0"/>
              <a:t>ArithmeticException</a:t>
            </a:r>
            <a:endParaRPr lang="en-US" dirty="0" smtClean="0"/>
          </a:p>
          <a:p>
            <a:r>
              <a:rPr lang="en-US" dirty="0" smtClean="0"/>
              <a:t>    }</a:t>
            </a:r>
          </a:p>
          <a:p>
            <a:endParaRPr lang="en-US" dirty="0" smtClean="0"/>
          </a:p>
          <a:p>
            <a:r>
              <a:rPr lang="en-US" dirty="0" smtClean="0"/>
              <a:t>    public static void main(String[] </a:t>
            </a:r>
            <a:r>
              <a:rPr lang="en-US" dirty="0" err="1" smtClean="0"/>
              <a:t>args</a:t>
            </a:r>
            <a:r>
              <a:rPr lang="en-US" dirty="0" smtClean="0"/>
              <a:t>) {</a:t>
            </a:r>
          </a:p>
          <a:p>
            <a:r>
              <a:rPr lang="en-US" dirty="0" smtClean="0"/>
              <a:t>        Scanner </a:t>
            </a:r>
            <a:r>
              <a:rPr lang="en-US" dirty="0" err="1" smtClean="0"/>
              <a:t>sc</a:t>
            </a:r>
            <a:r>
              <a:rPr lang="en-US" dirty="0" smtClean="0"/>
              <a:t> = new Scanner(System.in);</a:t>
            </a:r>
          </a:p>
          <a:p>
            <a:endParaRPr lang="en-US" dirty="0" smtClean="0"/>
          </a:p>
          <a:p>
            <a:r>
              <a:rPr lang="en-US" dirty="0" smtClean="0"/>
              <a:t>        try {</a:t>
            </a:r>
          </a:p>
          <a:p>
            <a:r>
              <a:rPr lang="en-US" dirty="0" smtClean="0"/>
              <a:t>            // Array input</a:t>
            </a:r>
          </a:p>
          <a:p>
            <a:r>
              <a:rPr lang="en-US" dirty="0" smtClean="0"/>
              <a:t>            </a:t>
            </a:r>
            <a:r>
              <a:rPr lang="en-US" dirty="0" err="1" smtClean="0"/>
              <a:t>System.out.print</a:t>
            </a:r>
            <a:r>
              <a:rPr lang="en-US" dirty="0" smtClean="0"/>
              <a:t>("Enter array size: ");</a:t>
            </a:r>
          </a:p>
          <a:p>
            <a:r>
              <a:rPr lang="en-US" dirty="0" smtClean="0"/>
              <a:t>            </a:t>
            </a:r>
            <a:r>
              <a:rPr lang="en-US" dirty="0" err="1" smtClean="0"/>
              <a:t>int</a:t>
            </a:r>
            <a:r>
              <a:rPr lang="en-US" dirty="0" smtClean="0"/>
              <a:t> size = </a:t>
            </a:r>
            <a:r>
              <a:rPr lang="en-US" dirty="0" err="1" smtClean="0"/>
              <a:t>sc.nextInt</a:t>
            </a:r>
            <a:r>
              <a:rPr lang="en-US" dirty="0" smtClean="0"/>
              <a:t>();</a:t>
            </a:r>
          </a:p>
          <a:p>
            <a:r>
              <a:rPr lang="en-US" dirty="0" smtClean="0"/>
              <a:t>            </a:t>
            </a:r>
            <a:r>
              <a:rPr lang="en-US" dirty="0" err="1" smtClean="0"/>
              <a:t>int</a:t>
            </a:r>
            <a:r>
              <a:rPr lang="en-US" dirty="0" smtClean="0"/>
              <a:t>[] </a:t>
            </a:r>
            <a:r>
              <a:rPr lang="en-US" dirty="0" err="1" smtClean="0"/>
              <a:t>arr</a:t>
            </a:r>
            <a:r>
              <a:rPr lang="en-US" dirty="0" smtClean="0"/>
              <a:t> = </a:t>
            </a:r>
            <a:r>
              <a:rPr lang="en-US" dirty="0" err="1" smtClean="0"/>
              <a:t>readArray</a:t>
            </a:r>
            <a:r>
              <a:rPr lang="en-US" dirty="0" smtClean="0"/>
              <a:t>(size);</a:t>
            </a:r>
          </a:p>
          <a:p>
            <a:endParaRPr lang="en-US" dirty="0" smtClean="0"/>
          </a:p>
          <a:p>
            <a:r>
              <a:rPr lang="en-US" dirty="0" smtClean="0"/>
              <a:t>            // Access element by index</a:t>
            </a:r>
          </a:p>
          <a:p>
            <a:r>
              <a:rPr lang="en-US" dirty="0" smtClean="0"/>
              <a:t>            </a:t>
            </a:r>
            <a:r>
              <a:rPr lang="en-US" dirty="0" err="1" smtClean="0"/>
              <a:t>System.out.print</a:t>
            </a:r>
            <a:r>
              <a:rPr lang="en-US" dirty="0" smtClean="0"/>
              <a:t>("Enter index to access: ");</a:t>
            </a:r>
          </a:p>
          <a:p>
            <a:r>
              <a:rPr lang="en-US" dirty="0" smtClean="0"/>
              <a:t>            </a:t>
            </a:r>
            <a:r>
              <a:rPr lang="en-US" dirty="0" err="1" smtClean="0"/>
              <a:t>int</a:t>
            </a:r>
            <a:r>
              <a:rPr lang="en-US" dirty="0" smtClean="0"/>
              <a:t> index = </a:t>
            </a:r>
            <a:r>
              <a:rPr lang="en-US" dirty="0" err="1" smtClean="0"/>
              <a:t>sc.nextInt</a:t>
            </a:r>
            <a:r>
              <a:rPr lang="en-US" dirty="0" smtClean="0"/>
              <a:t>();</a:t>
            </a:r>
          </a:p>
          <a:p>
            <a:r>
              <a:rPr lang="en-US" dirty="0" smtClean="0"/>
              <a:t>            </a:t>
            </a:r>
            <a:r>
              <a:rPr lang="en-US" dirty="0" err="1" smtClean="0"/>
              <a:t>System.out.println</a:t>
            </a:r>
            <a:r>
              <a:rPr lang="en-US" dirty="0" smtClean="0"/>
              <a:t>("Element at index " + index + ": " + </a:t>
            </a:r>
            <a:r>
              <a:rPr lang="en-US" dirty="0" err="1" smtClean="0"/>
              <a:t>getElement</a:t>
            </a:r>
            <a:r>
              <a:rPr lang="en-US" dirty="0" smtClean="0"/>
              <a:t>(</a:t>
            </a:r>
            <a:r>
              <a:rPr lang="en-US" dirty="0" err="1" smtClean="0"/>
              <a:t>arr</a:t>
            </a:r>
            <a:r>
              <a:rPr lang="en-US" dirty="0" smtClean="0"/>
              <a:t>, index));</a:t>
            </a:r>
          </a:p>
          <a:p>
            <a:endParaRPr lang="en-US" dirty="0" smtClean="0"/>
          </a:p>
          <a:p>
            <a:r>
              <a:rPr lang="en-US" dirty="0" smtClean="0"/>
              <a:t>            // Division operation</a:t>
            </a:r>
          </a:p>
          <a:p>
            <a:r>
              <a:rPr lang="en-US" dirty="0" smtClean="0"/>
              <a:t>            </a:t>
            </a:r>
            <a:r>
              <a:rPr lang="en-US" dirty="0" err="1" smtClean="0"/>
              <a:t>System.out.print</a:t>
            </a:r>
            <a:r>
              <a:rPr lang="en-US" dirty="0" smtClean="0"/>
              <a:t>("Enter first number: ");</a:t>
            </a:r>
          </a:p>
          <a:p>
            <a:r>
              <a:rPr lang="en-US" dirty="0" smtClean="0"/>
              <a:t>            </a:t>
            </a:r>
            <a:r>
              <a:rPr lang="en-US" dirty="0" err="1" smtClean="0"/>
              <a:t>int</a:t>
            </a:r>
            <a:r>
              <a:rPr lang="en-US" dirty="0" smtClean="0"/>
              <a:t> num1 = </a:t>
            </a:r>
            <a:r>
              <a:rPr lang="en-US" dirty="0" err="1" smtClean="0"/>
              <a:t>sc.nextInt</a:t>
            </a:r>
            <a:r>
              <a:rPr lang="en-US" dirty="0" smtClean="0"/>
              <a:t>();</a:t>
            </a:r>
          </a:p>
          <a:p>
            <a:r>
              <a:rPr lang="en-US" dirty="0" smtClean="0"/>
              <a:t>            </a:t>
            </a:r>
            <a:r>
              <a:rPr lang="en-US" dirty="0" err="1" smtClean="0"/>
              <a:t>System.out.print</a:t>
            </a:r>
            <a:r>
              <a:rPr lang="en-US" dirty="0" smtClean="0"/>
              <a:t>("Enter second number: ");</a:t>
            </a:r>
          </a:p>
          <a:p>
            <a:r>
              <a:rPr lang="en-US" dirty="0" smtClean="0"/>
              <a:t>            </a:t>
            </a:r>
            <a:r>
              <a:rPr lang="en-US" dirty="0" err="1" smtClean="0"/>
              <a:t>int</a:t>
            </a:r>
            <a:r>
              <a:rPr lang="en-US" dirty="0" smtClean="0"/>
              <a:t> num2 = </a:t>
            </a:r>
            <a:r>
              <a:rPr lang="en-US" dirty="0" err="1" smtClean="0"/>
              <a:t>sc.nextInt</a:t>
            </a:r>
            <a:r>
              <a:rPr lang="en-US" dirty="0" smtClean="0"/>
              <a:t>();</a:t>
            </a:r>
          </a:p>
          <a:p>
            <a:r>
              <a:rPr lang="en-US" dirty="0" smtClean="0"/>
              <a:t>            </a:t>
            </a:r>
            <a:r>
              <a:rPr lang="en-US" dirty="0" err="1" smtClean="0"/>
              <a:t>System.out.println</a:t>
            </a:r>
            <a:r>
              <a:rPr lang="en-US" dirty="0" smtClean="0"/>
              <a:t>("Result: " + divide(num1, num2));</a:t>
            </a:r>
          </a:p>
          <a:p>
            <a:endParaRPr lang="en-US" dirty="0" smtClean="0"/>
          </a:p>
          <a:p>
            <a:r>
              <a:rPr lang="en-US" dirty="0" smtClean="0"/>
              <a:t>        } catch (</a:t>
            </a:r>
            <a:r>
              <a:rPr lang="en-US" dirty="0" err="1" smtClean="0"/>
              <a:t>NegativeArraySizeCustomException</a:t>
            </a:r>
            <a:r>
              <a:rPr lang="en-US" dirty="0" smtClean="0"/>
              <a:t> e) {</a:t>
            </a:r>
          </a:p>
          <a:p>
            <a:r>
              <a:rPr lang="en-US" dirty="0" smtClean="0"/>
              <a:t>            </a:t>
            </a:r>
            <a:r>
              <a:rPr lang="en-US" dirty="0" err="1" smtClean="0"/>
              <a:t>System.out.println</a:t>
            </a:r>
            <a:r>
              <a:rPr lang="en-US" dirty="0" smtClean="0"/>
              <a:t>("Error: " + </a:t>
            </a:r>
            <a:r>
              <a:rPr lang="en-US" dirty="0" err="1" smtClean="0"/>
              <a:t>e.getMessage</a:t>
            </a:r>
            <a:r>
              <a:rPr lang="en-US" dirty="0" smtClean="0"/>
              <a:t>() + " | Code: " + </a:t>
            </a:r>
            <a:r>
              <a:rPr lang="en-US" dirty="0" err="1" smtClean="0"/>
              <a:t>e.getErrorCode</a:t>
            </a:r>
            <a:r>
              <a:rPr lang="en-US" dirty="0" smtClean="0"/>
              <a:t>());</a:t>
            </a:r>
          </a:p>
          <a:p>
            <a:endParaRPr lang="en-US" dirty="0" smtClean="0"/>
          </a:p>
          <a:p>
            <a:r>
              <a:rPr lang="en-US" dirty="0" smtClean="0"/>
              <a:t>        } catch (</a:t>
            </a:r>
            <a:r>
              <a:rPr lang="en-US" dirty="0" err="1" smtClean="0"/>
              <a:t>ArrayIndexOutOfBoundsException</a:t>
            </a:r>
            <a:r>
              <a:rPr lang="en-US" dirty="0" smtClean="0"/>
              <a:t> e) {</a:t>
            </a:r>
          </a:p>
          <a:p>
            <a:r>
              <a:rPr lang="en-US" dirty="0" smtClean="0"/>
              <a:t>            </a:t>
            </a:r>
            <a:r>
              <a:rPr lang="en-US" dirty="0" err="1" smtClean="0"/>
              <a:t>System.out.println</a:t>
            </a:r>
            <a:r>
              <a:rPr lang="en-US" dirty="0" smtClean="0"/>
              <a:t>("Error: Index out of bounds. Valid indices are 0 to " + (</a:t>
            </a:r>
            <a:r>
              <a:rPr lang="en-US" dirty="0" err="1" smtClean="0"/>
              <a:t>e.getMessage</a:t>
            </a:r>
            <a:r>
              <a:rPr lang="en-US" dirty="0" smtClean="0"/>
              <a:t>()));</a:t>
            </a:r>
          </a:p>
          <a:p>
            <a:endParaRPr lang="en-US" dirty="0" smtClean="0"/>
          </a:p>
          <a:p>
            <a:r>
              <a:rPr lang="en-US" dirty="0" smtClean="0"/>
              <a:t>        } catch (</a:t>
            </a:r>
            <a:r>
              <a:rPr lang="en-US" dirty="0" err="1" smtClean="0"/>
              <a:t>ArithmeticException</a:t>
            </a:r>
            <a:r>
              <a:rPr lang="en-US" dirty="0" smtClean="0"/>
              <a:t> e) {</a:t>
            </a:r>
          </a:p>
          <a:p>
            <a:r>
              <a:rPr lang="en-US" dirty="0" smtClean="0"/>
              <a:t>            </a:t>
            </a:r>
            <a:r>
              <a:rPr lang="en-US" dirty="0" err="1" smtClean="0"/>
              <a:t>System.out.println</a:t>
            </a:r>
            <a:r>
              <a:rPr lang="en-US" dirty="0" smtClean="0"/>
              <a:t>("Error: Cannot divide by zero");</a:t>
            </a:r>
          </a:p>
          <a:p>
            <a:endParaRPr lang="en-US" dirty="0" smtClean="0"/>
          </a:p>
          <a:p>
            <a:r>
              <a:rPr lang="en-US" dirty="0" smtClean="0"/>
              <a:t>        } catch (Exception e) {</a:t>
            </a:r>
          </a:p>
          <a:p>
            <a:r>
              <a:rPr lang="en-US" dirty="0" smtClean="0"/>
              <a:t>            </a:t>
            </a:r>
            <a:r>
              <a:rPr lang="en-US" dirty="0" err="1" smtClean="0"/>
              <a:t>System.out.println</a:t>
            </a:r>
            <a:r>
              <a:rPr lang="en-US" dirty="0" smtClean="0"/>
              <a:t>("Some other exception occurred: " + e);</a:t>
            </a:r>
          </a:p>
          <a:p>
            <a:r>
              <a:rPr lang="en-US" dirty="0" smtClean="0"/>
              <a:t>        } finally {</a:t>
            </a:r>
          </a:p>
          <a:p>
            <a:r>
              <a:rPr lang="en-US" dirty="0" smtClean="0"/>
              <a:t>            </a:t>
            </a:r>
            <a:r>
              <a:rPr lang="en-US" dirty="0" err="1" smtClean="0"/>
              <a:t>System.out.println</a:t>
            </a:r>
            <a:r>
              <a:rPr lang="en-US" dirty="0" smtClean="0"/>
              <a:t>("Program completed.");</a:t>
            </a:r>
          </a:p>
          <a:p>
            <a:r>
              <a:rPr lang="en-US" dirty="0" smtClean="0"/>
              <a:t>        }</a:t>
            </a:r>
          </a:p>
          <a:p>
            <a:r>
              <a:rPr lang="en-US" dirty="0" smtClean="0"/>
              <a:t>    }</a:t>
            </a:r>
          </a:p>
          <a:p>
            <a:r>
              <a:rPr lang="en-US" dirty="0" smtClean="0"/>
              <a:t>}</a:t>
            </a:r>
            <a:endParaRPr lang="en-US" dirty="0"/>
          </a:p>
        </p:txBody>
      </p:sp>
      <p:sp>
        <p:nvSpPr>
          <p:cNvPr id="4" name="Slide Number Placeholder 3"/>
          <p:cNvSpPr>
            <a:spLocks noGrp="1"/>
          </p:cNvSpPr>
          <p:nvPr>
            <p:ph type="sldNum" sz="quarter" idx="10"/>
          </p:nvPr>
        </p:nvSpPr>
        <p:spPr/>
        <p:txBody>
          <a:bodyPr/>
          <a:lstStyle/>
          <a:p>
            <a:fld id="{8D7C5383-A0D3-422C-AD55-83366BE25968}" type="slidenum">
              <a:rPr lang="en-US" smtClean="0"/>
              <a:t>27</a:t>
            </a:fld>
            <a:endParaRPr lang="en-US"/>
          </a:p>
        </p:txBody>
      </p:sp>
    </p:spTree>
    <p:extLst>
      <p:ext uri="{BB962C8B-B14F-4D97-AF65-F5344CB8AC3E}">
        <p14:creationId xmlns:p14="http://schemas.microsoft.com/office/powerpoint/2010/main" val="988862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DF689-E2DA-47E3-8165-D59E340871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C72B40-AF4A-4C92-BF79-F487D7CF486B}"/>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A5DBE9AC-B256-4501-9722-CAF8D4AFC40A}"/>
              </a:ext>
            </a:extLst>
          </p:cNvPr>
          <p:cNvSpPr>
            <a:spLocks noGrp="1"/>
          </p:cNvSpPr>
          <p:nvPr>
            <p:ph type="ftr" sz="quarter" idx="11"/>
          </p:nvPr>
        </p:nvSpPr>
        <p:spPr>
          <a:xfrm>
            <a:off x="173185" y="6381177"/>
            <a:ext cx="2279073" cy="365125"/>
          </a:xfrm>
        </p:spPr>
        <p:txBody>
          <a:bodyPr/>
          <a:lstStyle/>
          <a:p>
            <a:endParaRPr lang="en-US"/>
          </a:p>
        </p:txBody>
      </p:sp>
      <p:sp>
        <p:nvSpPr>
          <p:cNvPr id="6" name="Slide Number Placeholder 5">
            <a:extLst>
              <a:ext uri="{FF2B5EF4-FFF2-40B4-BE49-F238E27FC236}">
                <a16:creationId xmlns:a16="http://schemas.microsoft.com/office/drawing/2014/main" id="{143CC0FD-85F3-4B92-A4D8-6584C249DE97}"/>
              </a:ext>
            </a:extLst>
          </p:cNvPr>
          <p:cNvSpPr>
            <a:spLocks noGrp="1"/>
          </p:cNvSpPr>
          <p:nvPr>
            <p:ph type="sldNum" sz="quarter" idx="12"/>
          </p:nvPr>
        </p:nvSpPr>
        <p:spPr>
          <a:xfrm>
            <a:off x="9275619" y="6381176"/>
            <a:ext cx="2743200" cy="365125"/>
          </a:xfrm>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3612460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DB523-43D5-4A18-87CD-AA0EF7E6EF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620691-2C3F-43C2-A375-FA5D4EC3C6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EEA78E-405F-40D7-9ACE-EB1542EF1BB3}"/>
              </a:ext>
            </a:extLst>
          </p:cNvPr>
          <p:cNvSpPr>
            <a:spLocks noGrp="1"/>
          </p:cNvSpPr>
          <p:nvPr>
            <p:ph type="dt" sz="half" idx="10"/>
          </p:nvPr>
        </p:nvSpPr>
        <p:spPr/>
        <p:txBody>
          <a:bodyPr/>
          <a:lstStyle/>
          <a:p>
            <a:fld id="{7A81BEC3-2A03-4CEC-90BA-18E827713447}" type="datetime1">
              <a:rPr lang="en-US" smtClean="0"/>
              <a:t>2/21/2026</a:t>
            </a:fld>
            <a:endParaRPr lang="en-US"/>
          </a:p>
        </p:txBody>
      </p:sp>
      <p:sp>
        <p:nvSpPr>
          <p:cNvPr id="5" name="Footer Placeholder 4">
            <a:extLst>
              <a:ext uri="{FF2B5EF4-FFF2-40B4-BE49-F238E27FC236}">
                <a16:creationId xmlns:a16="http://schemas.microsoft.com/office/drawing/2014/main" id="{61F5FF18-6B72-447D-B5A2-D6A0851AB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C570E1-3A11-4B53-A5EC-DE41F5A3C70A}"/>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1550371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13660-4B2E-4419-8525-09A6EB5A447F}"/>
              </a:ext>
            </a:extLst>
          </p:cNvPr>
          <p:cNvSpPr>
            <a:spLocks noGrp="1"/>
          </p:cNvSpPr>
          <p:nvPr>
            <p:ph type="title"/>
          </p:nvPr>
        </p:nvSpPr>
        <p:spPr>
          <a:xfrm>
            <a:off x="831851" y="1709742"/>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B9685B-DE26-4118-A5E9-E1E4FC71F37B}"/>
              </a:ext>
            </a:extLst>
          </p:cNvPr>
          <p:cNvSpPr>
            <a:spLocks noGrp="1"/>
          </p:cNvSpPr>
          <p:nvPr>
            <p:ph type="body" idx="1"/>
          </p:nvPr>
        </p:nvSpPr>
        <p:spPr>
          <a:xfrm>
            <a:off x="831851" y="458946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8F03FA-C04B-40F5-B425-D3DF18EFAE05}"/>
              </a:ext>
            </a:extLst>
          </p:cNvPr>
          <p:cNvSpPr>
            <a:spLocks noGrp="1"/>
          </p:cNvSpPr>
          <p:nvPr>
            <p:ph type="dt" sz="half" idx="10"/>
          </p:nvPr>
        </p:nvSpPr>
        <p:spPr/>
        <p:txBody>
          <a:bodyPr/>
          <a:lstStyle/>
          <a:p>
            <a:fld id="{2E02EB7A-6AB3-4FCA-932F-8B3CEEDC632D}" type="datetime1">
              <a:rPr lang="en-US" smtClean="0"/>
              <a:t>2/21/2026</a:t>
            </a:fld>
            <a:endParaRPr lang="en-US"/>
          </a:p>
        </p:txBody>
      </p:sp>
      <p:sp>
        <p:nvSpPr>
          <p:cNvPr id="5" name="Footer Placeholder 4">
            <a:extLst>
              <a:ext uri="{FF2B5EF4-FFF2-40B4-BE49-F238E27FC236}">
                <a16:creationId xmlns:a16="http://schemas.microsoft.com/office/drawing/2014/main" id="{53853653-20A2-484C-8343-EA6A418C57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2037E7-C8A3-4F0D-B982-B67CE585E38A}"/>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1623779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D3200-71C5-4283-9FD7-31CD75A302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058FB2-6546-4AD7-B0EA-8C542C9EB3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D0780C-6E6D-4C08-93BC-6529F262D6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275451-BCCA-43CC-B971-A07EF4A17D7D}"/>
              </a:ext>
            </a:extLst>
          </p:cNvPr>
          <p:cNvSpPr>
            <a:spLocks noGrp="1"/>
          </p:cNvSpPr>
          <p:nvPr>
            <p:ph type="dt" sz="half" idx="10"/>
          </p:nvPr>
        </p:nvSpPr>
        <p:spPr/>
        <p:txBody>
          <a:bodyPr/>
          <a:lstStyle/>
          <a:p>
            <a:fld id="{75E47817-A3F1-437B-A90F-12EF341B9C1F}" type="datetime1">
              <a:rPr lang="en-US" smtClean="0"/>
              <a:t>2/21/2026</a:t>
            </a:fld>
            <a:endParaRPr lang="en-US"/>
          </a:p>
        </p:txBody>
      </p:sp>
      <p:sp>
        <p:nvSpPr>
          <p:cNvPr id="6" name="Footer Placeholder 5">
            <a:extLst>
              <a:ext uri="{FF2B5EF4-FFF2-40B4-BE49-F238E27FC236}">
                <a16:creationId xmlns:a16="http://schemas.microsoft.com/office/drawing/2014/main" id="{6EC7C01B-EA68-486B-BC55-52534DA861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B9BA9B-9197-4642-8145-0B85DF806DBE}"/>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2486553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6972E-8021-4285-ADC3-8F02EE13DC95}"/>
              </a:ext>
            </a:extLst>
          </p:cNvPr>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30A3D4-5F17-4B76-9A32-1B45E5381D70}"/>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B438F5-CCC3-45BB-8A0B-56CD246A1D1F}"/>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B59D56-E31B-4ED8-9DD9-552EF3BC7262}"/>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BF03D3-3D33-4D4B-B03B-344531C98965}"/>
              </a:ext>
            </a:extLst>
          </p:cNvPr>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B0CD2F-5114-4AA7-B159-71377410D75F}"/>
              </a:ext>
            </a:extLst>
          </p:cNvPr>
          <p:cNvSpPr>
            <a:spLocks noGrp="1"/>
          </p:cNvSpPr>
          <p:nvPr>
            <p:ph type="dt" sz="half" idx="10"/>
          </p:nvPr>
        </p:nvSpPr>
        <p:spPr/>
        <p:txBody>
          <a:bodyPr/>
          <a:lstStyle/>
          <a:p>
            <a:fld id="{1B6924EF-5D8D-4C93-87C5-67118B55AE75}" type="datetime1">
              <a:rPr lang="en-US" smtClean="0"/>
              <a:t>2/21/2026</a:t>
            </a:fld>
            <a:endParaRPr lang="en-US"/>
          </a:p>
        </p:txBody>
      </p:sp>
      <p:sp>
        <p:nvSpPr>
          <p:cNvPr id="8" name="Footer Placeholder 7">
            <a:extLst>
              <a:ext uri="{FF2B5EF4-FFF2-40B4-BE49-F238E27FC236}">
                <a16:creationId xmlns:a16="http://schemas.microsoft.com/office/drawing/2014/main" id="{2A0C2410-1893-44AD-9E5C-4F64C1D184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02D40E-B638-476D-BA44-3E3667B9195B}"/>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1395051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D82BF-6436-48DC-9D95-CF901975E7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8631D1-CCC8-4B58-A4EE-3EFEE6254AC4}"/>
              </a:ext>
            </a:extLst>
          </p:cNvPr>
          <p:cNvSpPr>
            <a:spLocks noGrp="1"/>
          </p:cNvSpPr>
          <p:nvPr>
            <p:ph type="dt" sz="half" idx="10"/>
          </p:nvPr>
        </p:nvSpPr>
        <p:spPr/>
        <p:txBody>
          <a:bodyPr/>
          <a:lstStyle/>
          <a:p>
            <a:fld id="{FF703FDA-D88F-44B4-A0F3-D82D5108B01B}" type="datetime1">
              <a:rPr lang="en-US" smtClean="0"/>
              <a:t>2/21/2026</a:t>
            </a:fld>
            <a:endParaRPr lang="en-US"/>
          </a:p>
        </p:txBody>
      </p:sp>
      <p:sp>
        <p:nvSpPr>
          <p:cNvPr id="4" name="Footer Placeholder 3">
            <a:extLst>
              <a:ext uri="{FF2B5EF4-FFF2-40B4-BE49-F238E27FC236}">
                <a16:creationId xmlns:a16="http://schemas.microsoft.com/office/drawing/2014/main" id="{ACA3804F-00CA-4D81-B4E5-980FD39951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EBAE62-CA36-4548-859D-78A46E32E495}"/>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1448932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F090E9-A667-48B1-A9A9-838A5E8BA64F}"/>
              </a:ext>
            </a:extLst>
          </p:cNvPr>
          <p:cNvSpPr>
            <a:spLocks noGrp="1"/>
          </p:cNvSpPr>
          <p:nvPr>
            <p:ph type="dt" sz="half" idx="10"/>
          </p:nvPr>
        </p:nvSpPr>
        <p:spPr/>
        <p:txBody>
          <a:bodyPr/>
          <a:lstStyle/>
          <a:p>
            <a:fld id="{98A3BDC5-E684-499B-8AFB-CAE8856DA100}" type="datetime1">
              <a:rPr lang="en-US" smtClean="0"/>
              <a:t>2/21/2026</a:t>
            </a:fld>
            <a:endParaRPr lang="en-US"/>
          </a:p>
        </p:txBody>
      </p:sp>
      <p:sp>
        <p:nvSpPr>
          <p:cNvPr id="3" name="Footer Placeholder 2">
            <a:extLst>
              <a:ext uri="{FF2B5EF4-FFF2-40B4-BE49-F238E27FC236}">
                <a16:creationId xmlns:a16="http://schemas.microsoft.com/office/drawing/2014/main" id="{0C1CA9A4-0DC9-4EBC-A922-BC7B23FD8E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E03EA9-363F-4BB2-85AA-3D3EE9D5E731}"/>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1429812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EA95-1CE5-4A07-97C5-4DBFA70D7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B57C88-0037-425C-A4A3-E21DC01175C3}"/>
              </a:ext>
            </a:extLst>
          </p:cNvPr>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92056C-76E4-4B02-8B61-A2E873452E99}"/>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F00512-B6F3-44B2-B2F4-0BC7822AD3F2}"/>
              </a:ext>
            </a:extLst>
          </p:cNvPr>
          <p:cNvSpPr>
            <a:spLocks noGrp="1"/>
          </p:cNvSpPr>
          <p:nvPr>
            <p:ph type="dt" sz="half" idx="10"/>
          </p:nvPr>
        </p:nvSpPr>
        <p:spPr/>
        <p:txBody>
          <a:bodyPr/>
          <a:lstStyle/>
          <a:p>
            <a:fld id="{509D7B2A-326A-4D08-ABC2-1FA90346E7E0}" type="datetime1">
              <a:rPr lang="en-US" smtClean="0"/>
              <a:t>2/21/2026</a:t>
            </a:fld>
            <a:endParaRPr lang="en-US"/>
          </a:p>
        </p:txBody>
      </p:sp>
      <p:sp>
        <p:nvSpPr>
          <p:cNvPr id="6" name="Footer Placeholder 5">
            <a:extLst>
              <a:ext uri="{FF2B5EF4-FFF2-40B4-BE49-F238E27FC236}">
                <a16:creationId xmlns:a16="http://schemas.microsoft.com/office/drawing/2014/main" id="{388B20F7-8527-4AD5-AB21-A57DF6E846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8B75BD-E13A-45A6-921D-C30A062C7E3B}"/>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2001387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D00CF-71F5-431F-AC5F-625F91A562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2164A5-9E92-4BAE-ACA4-CB4DD1E40930}"/>
              </a:ext>
            </a:extLst>
          </p:cNvPr>
          <p:cNvSpPr>
            <a:spLocks noGrp="1"/>
          </p:cNvSpPr>
          <p:nvPr>
            <p:ph type="pic" idx="1"/>
          </p:nvPr>
        </p:nvSpPr>
        <p:spPr>
          <a:xfrm>
            <a:off x="5183188" y="987429"/>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9106D9EE-3D67-40F4-A332-4DA720A9C071}"/>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19AAD7-0A07-4746-82D5-186EC76788F5}"/>
              </a:ext>
            </a:extLst>
          </p:cNvPr>
          <p:cNvSpPr>
            <a:spLocks noGrp="1"/>
          </p:cNvSpPr>
          <p:nvPr>
            <p:ph type="dt" sz="half" idx="10"/>
          </p:nvPr>
        </p:nvSpPr>
        <p:spPr/>
        <p:txBody>
          <a:bodyPr/>
          <a:lstStyle/>
          <a:p>
            <a:fld id="{F83D77BC-1FE0-4050-8599-43FF938F55EB}" type="datetime1">
              <a:rPr lang="en-US" smtClean="0"/>
              <a:t>2/21/2026</a:t>
            </a:fld>
            <a:endParaRPr lang="en-US"/>
          </a:p>
        </p:txBody>
      </p:sp>
      <p:sp>
        <p:nvSpPr>
          <p:cNvPr id="6" name="Footer Placeholder 5">
            <a:extLst>
              <a:ext uri="{FF2B5EF4-FFF2-40B4-BE49-F238E27FC236}">
                <a16:creationId xmlns:a16="http://schemas.microsoft.com/office/drawing/2014/main" id="{6DCF4FFB-2775-4CA4-A3E7-81C4FF9808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890FE-42B2-4E18-AF90-984C2D5BBB22}"/>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3298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2264D-B5F4-4DC7-A266-8DD4CFFEBE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039A08-78D9-4AA0-93B0-3886FA8F78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BCFE4-858D-4A21-AA9E-2D4D2BECFD45}"/>
              </a:ext>
            </a:extLst>
          </p:cNvPr>
          <p:cNvSpPr>
            <a:spLocks noGrp="1"/>
          </p:cNvSpPr>
          <p:nvPr>
            <p:ph type="dt" sz="half" idx="10"/>
          </p:nvPr>
        </p:nvSpPr>
        <p:spPr/>
        <p:txBody>
          <a:bodyPr/>
          <a:lstStyle/>
          <a:p>
            <a:fld id="{98FD0C04-BCF0-404F-8743-AC106A951577}" type="datetime1">
              <a:rPr lang="en-US" smtClean="0"/>
              <a:t>2/21/2026</a:t>
            </a:fld>
            <a:endParaRPr lang="en-US"/>
          </a:p>
        </p:txBody>
      </p:sp>
      <p:sp>
        <p:nvSpPr>
          <p:cNvPr id="5" name="Footer Placeholder 4">
            <a:extLst>
              <a:ext uri="{FF2B5EF4-FFF2-40B4-BE49-F238E27FC236}">
                <a16:creationId xmlns:a16="http://schemas.microsoft.com/office/drawing/2014/main" id="{7EC1F6BF-C697-4511-9CD3-224E29AD27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AE48A3-DE09-4297-8423-CBEAE3221809}"/>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2253224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94D2A-7113-416F-A4BD-414B9A9E92D3}"/>
              </a:ext>
            </a:extLst>
          </p:cNvPr>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812E1B-17C6-4E03-B954-8411F9F00E37}"/>
              </a:ext>
            </a:extLst>
          </p:cNvPr>
          <p:cNvSpPr>
            <a:spLocks noGrp="1"/>
          </p:cNvSpPr>
          <p:nvPr>
            <p:ph type="body" orient="vert" idx="1"/>
          </p:nvPr>
        </p:nvSpPr>
        <p:spPr>
          <a:xfrm>
            <a:off x="838202"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868C37-CFA2-4574-A7C1-B432A7643FCD}"/>
              </a:ext>
            </a:extLst>
          </p:cNvPr>
          <p:cNvSpPr>
            <a:spLocks noGrp="1"/>
          </p:cNvSpPr>
          <p:nvPr>
            <p:ph type="dt" sz="half" idx="10"/>
          </p:nvPr>
        </p:nvSpPr>
        <p:spPr/>
        <p:txBody>
          <a:bodyPr/>
          <a:lstStyle/>
          <a:p>
            <a:fld id="{BCA761C2-7467-4352-9235-A9E8E472745A}" type="datetime1">
              <a:rPr lang="en-US" smtClean="0"/>
              <a:t>2/21/2026</a:t>
            </a:fld>
            <a:endParaRPr lang="en-US"/>
          </a:p>
        </p:txBody>
      </p:sp>
      <p:sp>
        <p:nvSpPr>
          <p:cNvPr id="5" name="Footer Placeholder 4">
            <a:extLst>
              <a:ext uri="{FF2B5EF4-FFF2-40B4-BE49-F238E27FC236}">
                <a16:creationId xmlns:a16="http://schemas.microsoft.com/office/drawing/2014/main" id="{9772040A-9563-432F-A625-A9AC88EFE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96CD6-B60B-41C6-8AA2-8F1BD45D837B}"/>
              </a:ext>
            </a:extLst>
          </p:cNvPr>
          <p:cNvSpPr>
            <a:spLocks noGrp="1"/>
          </p:cNvSpPr>
          <p:nvPr>
            <p:ph type="sldNum" sz="quarter" idx="12"/>
          </p:nvPr>
        </p:nvSpPr>
        <p:spPr/>
        <p:txBody>
          <a:bodyPr/>
          <a:lstStyle/>
          <a:p>
            <a:fld id="{18E735DC-365B-4A8A-8206-6A8F226C6312}" type="slidenum">
              <a:rPr lang="en-US" smtClean="0"/>
              <a:t>‹#›</a:t>
            </a:fld>
            <a:endParaRPr lang="en-US"/>
          </a:p>
        </p:txBody>
      </p:sp>
    </p:spTree>
    <p:extLst>
      <p:ext uri="{BB962C8B-B14F-4D97-AF65-F5344CB8AC3E}">
        <p14:creationId xmlns:p14="http://schemas.microsoft.com/office/powerpoint/2010/main" val="4123365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46AD1-B992-FEB8-27D6-458B23AEDBF0}"/>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4E482CAC-5800-16A1-FEF6-BCD60CD1E4C0}"/>
              </a:ext>
            </a:extLst>
          </p:cNvPr>
          <p:cNvSpPr>
            <a:spLocks noGrp="1"/>
          </p:cNvSpPr>
          <p:nvPr>
            <p:ph type="subTitle" idx="1"/>
          </p:nvPr>
        </p:nvSpPr>
        <p:spPr>
          <a:xfrm>
            <a:off x="1524000" y="3602038"/>
            <a:ext cx="9144000" cy="1655762"/>
          </a:xfrm>
        </p:spPr>
        <p:txBody>
          <a:bodyPr/>
          <a:lstStyle>
            <a:lvl1pPr marL="0" indent="0" algn="ctr">
              <a:buNone/>
              <a:defRPr sz="1800"/>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7AAC752-D757-9B3E-F3A6-E7DA45B927E6}"/>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1AE27CF5-E93F-5DB1-340E-32ADBCC73A1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0DB5F06-917E-1C08-1A0B-B6BE498AE157}"/>
              </a:ext>
            </a:extLst>
          </p:cNvPr>
          <p:cNvSpPr>
            <a:spLocks noGrp="1"/>
          </p:cNvSpPr>
          <p:nvPr>
            <p:ph type="sldNum" sz="quarter" idx="12"/>
          </p:nvPr>
        </p:nvSpPr>
        <p:spPr/>
        <p:txBody>
          <a:bodyPr/>
          <a:lstStyle/>
          <a:p>
            <a:fld id="{DC822FC3-8C20-47EF-B2E3-37052A635A69}" type="slidenum">
              <a:rPr lang="en-US" altLang="en-US" smtClean="0"/>
              <a:pPr/>
              <a:t>‹#›</a:t>
            </a:fld>
            <a:endParaRPr lang="en-US" altLang="en-US"/>
          </a:p>
        </p:txBody>
      </p:sp>
    </p:spTree>
    <p:extLst>
      <p:ext uri="{BB962C8B-B14F-4D97-AF65-F5344CB8AC3E}">
        <p14:creationId xmlns:p14="http://schemas.microsoft.com/office/powerpoint/2010/main" val="39591784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0FBC3-B999-6623-46D8-1A760E1475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3AE53C-E7AF-6EBE-F35F-984550D722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BA8468-4851-FD7E-5529-7989CA7F6A64}"/>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115E1D7-4991-578E-2E56-9D1E98CFD18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6E654F3-F07B-3E36-D370-EA0FEB91C9FF}"/>
              </a:ext>
            </a:extLst>
          </p:cNvPr>
          <p:cNvSpPr>
            <a:spLocks noGrp="1"/>
          </p:cNvSpPr>
          <p:nvPr>
            <p:ph type="sldNum" sz="quarter" idx="12"/>
          </p:nvPr>
        </p:nvSpPr>
        <p:spPr/>
        <p:txBody>
          <a:bodyPr/>
          <a:lstStyle/>
          <a:p>
            <a:fld id="{AEF58E64-F234-4485-992B-9FB0071E4A0C}" type="slidenum">
              <a:rPr lang="en-US" altLang="en-US" smtClean="0"/>
              <a:pPr/>
              <a:t>‹#›</a:t>
            </a:fld>
            <a:endParaRPr lang="en-US" altLang="en-US"/>
          </a:p>
        </p:txBody>
      </p:sp>
    </p:spTree>
    <p:extLst>
      <p:ext uri="{BB962C8B-B14F-4D97-AF65-F5344CB8AC3E}">
        <p14:creationId xmlns:p14="http://schemas.microsoft.com/office/powerpoint/2010/main" val="41828322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A192A-CDA1-0720-0EB9-08A6B6FD558D}"/>
              </a:ext>
            </a:extLst>
          </p:cNvPr>
          <p:cNvSpPr>
            <a:spLocks noGrp="1"/>
          </p:cNvSpPr>
          <p:nvPr>
            <p:ph type="title"/>
          </p:nvPr>
        </p:nvSpPr>
        <p:spPr>
          <a:xfrm>
            <a:off x="831851" y="1709744"/>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1C2C7AE-84E7-423E-4F58-655AA1156202}"/>
              </a:ext>
            </a:extLst>
          </p:cNvPr>
          <p:cNvSpPr>
            <a:spLocks noGrp="1"/>
          </p:cNvSpPr>
          <p:nvPr>
            <p:ph type="body" idx="1"/>
          </p:nvPr>
        </p:nvSpPr>
        <p:spPr>
          <a:xfrm>
            <a:off x="831851" y="4589469"/>
            <a:ext cx="10515600" cy="1500187"/>
          </a:xfrm>
        </p:spPr>
        <p:txBody>
          <a:bodyPr/>
          <a:lstStyle>
            <a:lvl1pPr marL="0" indent="0">
              <a:buNone/>
              <a:defRPr sz="1800">
                <a:solidFill>
                  <a:schemeClr val="tx1">
                    <a:tint val="82000"/>
                  </a:schemeClr>
                </a:solidFill>
              </a:defRPr>
            </a:lvl1pPr>
            <a:lvl2pPr marL="342891" indent="0">
              <a:buNone/>
              <a:defRPr sz="1500">
                <a:solidFill>
                  <a:schemeClr val="tx1">
                    <a:tint val="82000"/>
                  </a:schemeClr>
                </a:solidFill>
              </a:defRPr>
            </a:lvl2pPr>
            <a:lvl3pPr marL="685783" indent="0">
              <a:buNone/>
              <a:defRPr sz="1351">
                <a:solidFill>
                  <a:schemeClr val="tx1">
                    <a:tint val="82000"/>
                  </a:schemeClr>
                </a:solidFill>
              </a:defRPr>
            </a:lvl3pPr>
            <a:lvl4pPr marL="1028674" indent="0">
              <a:buNone/>
              <a:defRPr sz="1200">
                <a:solidFill>
                  <a:schemeClr val="tx1">
                    <a:tint val="82000"/>
                  </a:schemeClr>
                </a:solidFill>
              </a:defRPr>
            </a:lvl4pPr>
            <a:lvl5pPr marL="1371566" indent="0">
              <a:buNone/>
              <a:defRPr sz="1200">
                <a:solidFill>
                  <a:schemeClr val="tx1">
                    <a:tint val="82000"/>
                  </a:schemeClr>
                </a:solidFill>
              </a:defRPr>
            </a:lvl5pPr>
            <a:lvl6pPr marL="1714457" indent="0">
              <a:buNone/>
              <a:defRPr sz="1200">
                <a:solidFill>
                  <a:schemeClr val="tx1">
                    <a:tint val="82000"/>
                  </a:schemeClr>
                </a:solidFill>
              </a:defRPr>
            </a:lvl6pPr>
            <a:lvl7pPr marL="2057349" indent="0">
              <a:buNone/>
              <a:defRPr sz="1200">
                <a:solidFill>
                  <a:schemeClr val="tx1">
                    <a:tint val="82000"/>
                  </a:schemeClr>
                </a:solidFill>
              </a:defRPr>
            </a:lvl7pPr>
            <a:lvl8pPr marL="2400240" indent="0">
              <a:buNone/>
              <a:defRPr sz="1200">
                <a:solidFill>
                  <a:schemeClr val="tx1">
                    <a:tint val="82000"/>
                  </a:schemeClr>
                </a:solidFill>
              </a:defRPr>
            </a:lvl8pPr>
            <a:lvl9pPr marL="2743131"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F9252F-22E4-326A-4654-950AF692AEF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6E68D7D-57BA-40F1-CA62-D001EC742EB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DDCB181-EDAE-8B53-A3F8-CBED376D3B10}"/>
              </a:ext>
            </a:extLst>
          </p:cNvPr>
          <p:cNvSpPr>
            <a:spLocks noGrp="1"/>
          </p:cNvSpPr>
          <p:nvPr>
            <p:ph type="sldNum" sz="quarter" idx="12"/>
          </p:nvPr>
        </p:nvSpPr>
        <p:spPr/>
        <p:txBody>
          <a:bodyPr/>
          <a:lstStyle/>
          <a:p>
            <a:fld id="{2715B0B9-3E8E-4FF4-8489-136857E4E9DE}" type="slidenum">
              <a:rPr lang="en-US" altLang="en-US" smtClean="0"/>
              <a:pPr/>
              <a:t>‹#›</a:t>
            </a:fld>
            <a:endParaRPr lang="en-US" altLang="en-US"/>
          </a:p>
        </p:txBody>
      </p:sp>
    </p:spTree>
    <p:extLst>
      <p:ext uri="{BB962C8B-B14F-4D97-AF65-F5344CB8AC3E}">
        <p14:creationId xmlns:p14="http://schemas.microsoft.com/office/powerpoint/2010/main" val="16879415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4E267-CDA0-8CA0-7EC2-9826B841A4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E07DB8-5E6D-BD5B-12FE-FD4E2C69BF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E54497-7A5E-1297-99D9-0275527AA9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9B6934-5A1B-96F7-9466-028FE4FA8EE2}"/>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E24AABCB-DA82-DC48-D12B-8A5250DCFAFA}"/>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84AFF366-F774-85CC-3C0E-95A6E8F01A0A}"/>
              </a:ext>
            </a:extLst>
          </p:cNvPr>
          <p:cNvSpPr>
            <a:spLocks noGrp="1"/>
          </p:cNvSpPr>
          <p:nvPr>
            <p:ph type="sldNum" sz="quarter" idx="12"/>
          </p:nvPr>
        </p:nvSpPr>
        <p:spPr/>
        <p:txBody>
          <a:bodyPr/>
          <a:lstStyle/>
          <a:p>
            <a:fld id="{BA5800A8-18FA-4941-B5D4-9A548941170D}" type="slidenum">
              <a:rPr lang="en-US" altLang="en-US" smtClean="0"/>
              <a:pPr/>
              <a:t>‹#›</a:t>
            </a:fld>
            <a:endParaRPr lang="en-US" altLang="en-US"/>
          </a:p>
        </p:txBody>
      </p:sp>
    </p:spTree>
    <p:extLst>
      <p:ext uri="{BB962C8B-B14F-4D97-AF65-F5344CB8AC3E}">
        <p14:creationId xmlns:p14="http://schemas.microsoft.com/office/powerpoint/2010/main" val="936295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AC82-821F-8B9D-6321-AEFB7D76E28C}"/>
              </a:ext>
            </a:extLst>
          </p:cNvPr>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8823FE-17DA-CBD8-4779-B336D0FAE43C}"/>
              </a:ext>
            </a:extLst>
          </p:cNvPr>
          <p:cNvSpPr>
            <a:spLocks noGrp="1"/>
          </p:cNvSpPr>
          <p:nvPr>
            <p:ph type="body" idx="1"/>
          </p:nvPr>
        </p:nvSpPr>
        <p:spPr>
          <a:xfrm>
            <a:off x="839789" y="1681163"/>
            <a:ext cx="5157787" cy="823912"/>
          </a:xfrm>
        </p:spPr>
        <p:txBody>
          <a:bodyPr anchor="b"/>
          <a:lstStyle>
            <a:lvl1pPr marL="0" indent="0">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E99C849-3D5B-B1E9-CAE7-8542F7142AC4}"/>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974A84-96D5-6B53-3470-6E6324BFA9A7}"/>
              </a:ext>
            </a:extLst>
          </p:cNvPr>
          <p:cNvSpPr>
            <a:spLocks noGrp="1"/>
          </p:cNvSpPr>
          <p:nvPr>
            <p:ph type="body" sz="quarter" idx="3"/>
          </p:nvPr>
        </p:nvSpPr>
        <p:spPr>
          <a:xfrm>
            <a:off x="6172203" y="1681163"/>
            <a:ext cx="5183188" cy="823912"/>
          </a:xfrm>
        </p:spPr>
        <p:txBody>
          <a:bodyPr anchor="b"/>
          <a:lstStyle>
            <a:lvl1pPr marL="0" indent="0">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FAF02B4-85D3-59BE-C8E5-73993F07BE07}"/>
              </a:ext>
            </a:extLst>
          </p:cNvPr>
          <p:cNvSpPr>
            <a:spLocks noGrp="1"/>
          </p:cNvSpPr>
          <p:nvPr>
            <p:ph sz="quarter" idx="4"/>
          </p:nvPr>
        </p:nvSpPr>
        <p:spPr>
          <a:xfrm>
            <a:off x="6172203"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D1E89A-5AED-84B6-2886-530939EA2333}"/>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19E1FF71-DB00-069C-D774-C3C72AE2C7BF}"/>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8AD35FD9-3840-C00B-A53B-014CFD517218}"/>
              </a:ext>
            </a:extLst>
          </p:cNvPr>
          <p:cNvSpPr>
            <a:spLocks noGrp="1"/>
          </p:cNvSpPr>
          <p:nvPr>
            <p:ph type="sldNum" sz="quarter" idx="12"/>
          </p:nvPr>
        </p:nvSpPr>
        <p:spPr/>
        <p:txBody>
          <a:bodyPr/>
          <a:lstStyle/>
          <a:p>
            <a:fld id="{C8305DA7-3192-4705-BC19-0AE86D4C6EEE}" type="slidenum">
              <a:rPr lang="en-US" altLang="en-US" smtClean="0"/>
              <a:pPr/>
              <a:t>‹#›</a:t>
            </a:fld>
            <a:endParaRPr lang="en-US" altLang="en-US"/>
          </a:p>
        </p:txBody>
      </p:sp>
    </p:spTree>
    <p:extLst>
      <p:ext uri="{BB962C8B-B14F-4D97-AF65-F5344CB8AC3E}">
        <p14:creationId xmlns:p14="http://schemas.microsoft.com/office/powerpoint/2010/main" val="33614226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3265-B352-9078-386C-2C924CAC47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FEEE03-4823-5DA7-9B07-8544D45721C4}"/>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FB19C798-005E-2C17-DFCD-8138D7288E8C}"/>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122400E-2DA3-969B-04F3-39AED3891CA3}"/>
              </a:ext>
            </a:extLst>
          </p:cNvPr>
          <p:cNvSpPr>
            <a:spLocks noGrp="1"/>
          </p:cNvSpPr>
          <p:nvPr>
            <p:ph type="sldNum" sz="quarter" idx="12"/>
          </p:nvPr>
        </p:nvSpPr>
        <p:spPr/>
        <p:txBody>
          <a:bodyPr/>
          <a:lstStyle/>
          <a:p>
            <a:fld id="{F89A8F42-18FF-4A99-9D1A-D848586D4CBF}" type="slidenum">
              <a:rPr lang="en-US" altLang="en-US" smtClean="0"/>
              <a:pPr/>
              <a:t>‹#›</a:t>
            </a:fld>
            <a:endParaRPr lang="en-US" altLang="en-US"/>
          </a:p>
        </p:txBody>
      </p:sp>
    </p:spTree>
    <p:extLst>
      <p:ext uri="{BB962C8B-B14F-4D97-AF65-F5344CB8AC3E}">
        <p14:creationId xmlns:p14="http://schemas.microsoft.com/office/powerpoint/2010/main" val="28464900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CCF34B-2DBC-23A6-CCAD-1C8BF7DE7483}"/>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30EB40B3-8C85-382E-6973-6FD608B326A5}"/>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34F71560-D457-1AB6-AA7D-0ABF234024CC}"/>
              </a:ext>
            </a:extLst>
          </p:cNvPr>
          <p:cNvSpPr>
            <a:spLocks noGrp="1"/>
          </p:cNvSpPr>
          <p:nvPr>
            <p:ph type="sldNum" sz="quarter" idx="12"/>
          </p:nvPr>
        </p:nvSpPr>
        <p:spPr/>
        <p:txBody>
          <a:bodyPr/>
          <a:lstStyle/>
          <a:p>
            <a:fld id="{6F73521D-D86A-4C11-A4E3-15CBCEA2C6ED}" type="slidenum">
              <a:rPr lang="en-US" altLang="en-US" smtClean="0"/>
              <a:pPr/>
              <a:t>‹#›</a:t>
            </a:fld>
            <a:endParaRPr lang="en-US" altLang="en-US"/>
          </a:p>
        </p:txBody>
      </p:sp>
    </p:spTree>
    <p:extLst>
      <p:ext uri="{BB962C8B-B14F-4D97-AF65-F5344CB8AC3E}">
        <p14:creationId xmlns:p14="http://schemas.microsoft.com/office/powerpoint/2010/main" val="11444184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62BDC-570A-9594-F51C-2B96A3B833FD}"/>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E43A736-B340-0DCC-06C3-1EF46D860260}"/>
              </a:ext>
            </a:extLst>
          </p:cNvPr>
          <p:cNvSpPr>
            <a:spLocks noGrp="1"/>
          </p:cNvSpPr>
          <p:nvPr>
            <p:ph idx="1"/>
          </p:nvPr>
        </p:nvSpPr>
        <p:spPr>
          <a:xfrm>
            <a:off x="5183188" y="987431"/>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0E26F8-9AF4-D847-57D9-616CD6608AE0}"/>
              </a:ext>
            </a:extLst>
          </p:cNvPr>
          <p:cNvSpPr>
            <a:spLocks noGrp="1"/>
          </p:cNvSpPr>
          <p:nvPr>
            <p:ph type="body" sz="half" idx="2"/>
          </p:nvPr>
        </p:nvSpPr>
        <p:spPr>
          <a:xfrm>
            <a:off x="839788" y="2057400"/>
            <a:ext cx="3932237" cy="3811588"/>
          </a:xfrm>
        </p:spPr>
        <p:txBody>
          <a:bodyPr/>
          <a:lstStyle>
            <a:lvl1pPr marL="0" indent="0">
              <a:buNone/>
              <a:defRPr sz="1200"/>
            </a:lvl1pPr>
            <a:lvl2pPr marL="342891" indent="0">
              <a:buNone/>
              <a:defRPr sz="1051"/>
            </a:lvl2pPr>
            <a:lvl3pPr marL="685783" indent="0">
              <a:buNone/>
              <a:defRPr sz="900"/>
            </a:lvl3pPr>
            <a:lvl4pPr marL="1028674" indent="0">
              <a:buNone/>
              <a:defRPr sz="751"/>
            </a:lvl4pPr>
            <a:lvl5pPr marL="1371566" indent="0">
              <a:buNone/>
              <a:defRPr sz="751"/>
            </a:lvl5pPr>
            <a:lvl6pPr marL="1714457" indent="0">
              <a:buNone/>
              <a:defRPr sz="751"/>
            </a:lvl6pPr>
            <a:lvl7pPr marL="2057349" indent="0">
              <a:buNone/>
              <a:defRPr sz="751"/>
            </a:lvl7pPr>
            <a:lvl8pPr marL="2400240" indent="0">
              <a:buNone/>
              <a:defRPr sz="751"/>
            </a:lvl8pPr>
            <a:lvl9pPr marL="2743131" indent="0">
              <a:buNone/>
              <a:defRPr sz="751"/>
            </a:lvl9pPr>
          </a:lstStyle>
          <a:p>
            <a:pPr lvl="0"/>
            <a:r>
              <a:rPr lang="en-US"/>
              <a:t>Click to edit Master text styles</a:t>
            </a:r>
          </a:p>
        </p:txBody>
      </p:sp>
      <p:sp>
        <p:nvSpPr>
          <p:cNvPr id="5" name="Date Placeholder 4">
            <a:extLst>
              <a:ext uri="{FF2B5EF4-FFF2-40B4-BE49-F238E27FC236}">
                <a16:creationId xmlns:a16="http://schemas.microsoft.com/office/drawing/2014/main" id="{3C72479E-CD39-35A8-BF62-890C8AC14D95}"/>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2CB8CFF6-22FD-8393-FB13-52D89A64A9F2}"/>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32657E8D-05F4-53BC-951A-59DF5F891E77}"/>
              </a:ext>
            </a:extLst>
          </p:cNvPr>
          <p:cNvSpPr>
            <a:spLocks noGrp="1"/>
          </p:cNvSpPr>
          <p:nvPr>
            <p:ph type="sldNum" sz="quarter" idx="12"/>
          </p:nvPr>
        </p:nvSpPr>
        <p:spPr/>
        <p:txBody>
          <a:bodyPr/>
          <a:lstStyle/>
          <a:p>
            <a:fld id="{DC69A9A1-A1AD-4761-8D91-8E8F7BF87335}" type="slidenum">
              <a:rPr lang="en-US" altLang="en-US" smtClean="0"/>
              <a:pPr/>
              <a:t>‹#›</a:t>
            </a:fld>
            <a:endParaRPr lang="en-US" altLang="en-US"/>
          </a:p>
        </p:txBody>
      </p:sp>
    </p:spTree>
    <p:extLst>
      <p:ext uri="{BB962C8B-B14F-4D97-AF65-F5344CB8AC3E}">
        <p14:creationId xmlns:p14="http://schemas.microsoft.com/office/powerpoint/2010/main" val="2335038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3379A-AAE3-B883-49BF-16CC75293F05}"/>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29A5AC74-AF34-2949-1A54-35A1DAC6D2C7}"/>
              </a:ext>
            </a:extLst>
          </p:cNvPr>
          <p:cNvSpPr>
            <a:spLocks noGrp="1"/>
          </p:cNvSpPr>
          <p:nvPr>
            <p:ph type="pic" idx="1"/>
          </p:nvPr>
        </p:nvSpPr>
        <p:spPr>
          <a:xfrm>
            <a:off x="5183188" y="987431"/>
            <a:ext cx="6172200" cy="4873625"/>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endParaRPr lang="en-US"/>
          </a:p>
        </p:txBody>
      </p:sp>
      <p:sp>
        <p:nvSpPr>
          <p:cNvPr id="4" name="Text Placeholder 3">
            <a:extLst>
              <a:ext uri="{FF2B5EF4-FFF2-40B4-BE49-F238E27FC236}">
                <a16:creationId xmlns:a16="http://schemas.microsoft.com/office/drawing/2014/main" id="{BCE17EC0-52F9-8484-455E-5E4352B75623}"/>
              </a:ext>
            </a:extLst>
          </p:cNvPr>
          <p:cNvSpPr>
            <a:spLocks noGrp="1"/>
          </p:cNvSpPr>
          <p:nvPr>
            <p:ph type="body" sz="half" idx="2"/>
          </p:nvPr>
        </p:nvSpPr>
        <p:spPr>
          <a:xfrm>
            <a:off x="839788" y="2057400"/>
            <a:ext cx="3932237" cy="3811588"/>
          </a:xfrm>
        </p:spPr>
        <p:txBody>
          <a:bodyPr/>
          <a:lstStyle>
            <a:lvl1pPr marL="0" indent="0">
              <a:buNone/>
              <a:defRPr sz="1200"/>
            </a:lvl1pPr>
            <a:lvl2pPr marL="342891" indent="0">
              <a:buNone/>
              <a:defRPr sz="1051"/>
            </a:lvl2pPr>
            <a:lvl3pPr marL="685783" indent="0">
              <a:buNone/>
              <a:defRPr sz="900"/>
            </a:lvl3pPr>
            <a:lvl4pPr marL="1028674" indent="0">
              <a:buNone/>
              <a:defRPr sz="751"/>
            </a:lvl4pPr>
            <a:lvl5pPr marL="1371566" indent="0">
              <a:buNone/>
              <a:defRPr sz="751"/>
            </a:lvl5pPr>
            <a:lvl6pPr marL="1714457" indent="0">
              <a:buNone/>
              <a:defRPr sz="751"/>
            </a:lvl6pPr>
            <a:lvl7pPr marL="2057349" indent="0">
              <a:buNone/>
              <a:defRPr sz="751"/>
            </a:lvl7pPr>
            <a:lvl8pPr marL="2400240" indent="0">
              <a:buNone/>
              <a:defRPr sz="751"/>
            </a:lvl8pPr>
            <a:lvl9pPr marL="2743131" indent="0">
              <a:buNone/>
              <a:defRPr sz="751"/>
            </a:lvl9pPr>
          </a:lstStyle>
          <a:p>
            <a:pPr lvl="0"/>
            <a:r>
              <a:rPr lang="en-US"/>
              <a:t>Click to edit Master text styles</a:t>
            </a:r>
          </a:p>
        </p:txBody>
      </p:sp>
      <p:sp>
        <p:nvSpPr>
          <p:cNvPr id="5" name="Date Placeholder 4">
            <a:extLst>
              <a:ext uri="{FF2B5EF4-FFF2-40B4-BE49-F238E27FC236}">
                <a16:creationId xmlns:a16="http://schemas.microsoft.com/office/drawing/2014/main" id="{C37D4F7C-7B25-BF49-0A1D-62A6E76100BC}"/>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6B36B06C-0CE8-4569-CA7A-F9FA11B78977}"/>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5930A624-F592-F5D7-1AF2-BDEE9CD8323B}"/>
              </a:ext>
            </a:extLst>
          </p:cNvPr>
          <p:cNvSpPr>
            <a:spLocks noGrp="1"/>
          </p:cNvSpPr>
          <p:nvPr>
            <p:ph type="sldNum" sz="quarter" idx="12"/>
          </p:nvPr>
        </p:nvSpPr>
        <p:spPr/>
        <p:txBody>
          <a:bodyPr/>
          <a:lstStyle/>
          <a:p>
            <a:fld id="{A98C1C20-9B36-4C7E-89B6-AEC660A9B7E8}" type="slidenum">
              <a:rPr lang="en-US" altLang="en-US" smtClean="0"/>
              <a:pPr/>
              <a:t>‹#›</a:t>
            </a:fld>
            <a:endParaRPr lang="en-US" altLang="en-US"/>
          </a:p>
        </p:txBody>
      </p:sp>
    </p:spTree>
    <p:extLst>
      <p:ext uri="{BB962C8B-B14F-4D97-AF65-F5344CB8AC3E}">
        <p14:creationId xmlns:p14="http://schemas.microsoft.com/office/powerpoint/2010/main" val="2922193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BC9A7-BF17-84ED-5DB9-FB14756257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8C7679-5895-BE2A-C416-4B4A198729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4023FC-7F0A-49CB-8DF3-7CFF76A0F64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19BFC0F-C919-F88A-D5B8-AEA9A7D55D0B}"/>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788194D-6139-AE2A-8B30-52E39A60F90C}"/>
              </a:ext>
            </a:extLst>
          </p:cNvPr>
          <p:cNvSpPr>
            <a:spLocks noGrp="1"/>
          </p:cNvSpPr>
          <p:nvPr>
            <p:ph type="sldNum" sz="quarter" idx="12"/>
          </p:nvPr>
        </p:nvSpPr>
        <p:spPr/>
        <p:txBody>
          <a:bodyPr/>
          <a:lstStyle/>
          <a:p>
            <a:fld id="{D46D6B51-EA9C-45D3-8591-F57ECBB88ED5}" type="slidenum">
              <a:rPr lang="en-US" altLang="en-US" smtClean="0"/>
              <a:pPr/>
              <a:t>‹#›</a:t>
            </a:fld>
            <a:endParaRPr lang="en-US" altLang="en-US"/>
          </a:p>
        </p:txBody>
      </p:sp>
    </p:spTree>
    <p:extLst>
      <p:ext uri="{BB962C8B-B14F-4D97-AF65-F5344CB8AC3E}">
        <p14:creationId xmlns:p14="http://schemas.microsoft.com/office/powerpoint/2010/main" val="1941308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737796-A3B8-5019-D6A5-F69D0AC9E4C3}"/>
              </a:ext>
            </a:extLst>
          </p:cNvPr>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147D51-CC99-80AF-7A4D-E548283332F5}"/>
              </a:ext>
            </a:extLst>
          </p:cNvPr>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94B34-8D11-56E0-D060-0A8991B8952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71E6BC6-8613-6986-504D-3E22E0F18EF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75CC10F2-3F23-845D-FADD-A67301E93EF6}"/>
              </a:ext>
            </a:extLst>
          </p:cNvPr>
          <p:cNvSpPr>
            <a:spLocks noGrp="1"/>
          </p:cNvSpPr>
          <p:nvPr>
            <p:ph type="sldNum" sz="quarter" idx="12"/>
          </p:nvPr>
        </p:nvSpPr>
        <p:spPr/>
        <p:txBody>
          <a:bodyPr/>
          <a:lstStyle/>
          <a:p>
            <a:fld id="{C848C767-2B6F-4A56-9783-61A9B99D21C2}" type="slidenum">
              <a:rPr lang="en-US" altLang="en-US" smtClean="0"/>
              <a:pPr/>
              <a:t>‹#›</a:t>
            </a:fld>
            <a:endParaRPr lang="en-US" altLang="en-US"/>
          </a:p>
        </p:txBody>
      </p:sp>
    </p:spTree>
    <p:extLst>
      <p:ext uri="{BB962C8B-B14F-4D97-AF65-F5344CB8AC3E}">
        <p14:creationId xmlns:p14="http://schemas.microsoft.com/office/powerpoint/2010/main" val="29350284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60354" y="228600"/>
            <a:ext cx="10687049" cy="685800"/>
          </a:xfrm>
        </p:spPr>
        <p:txBody>
          <a:bodyPr/>
          <a:lstStyle/>
          <a:p>
            <a:r>
              <a:rPr lang="en-US"/>
              <a:t>Click to edit Master title style</a:t>
            </a:r>
          </a:p>
        </p:txBody>
      </p:sp>
      <p:sp>
        <p:nvSpPr>
          <p:cNvPr id="3" name="Table Placeholder 2"/>
          <p:cNvSpPr>
            <a:spLocks noGrp="1"/>
          </p:cNvSpPr>
          <p:nvPr>
            <p:ph type="tbl" idx="1"/>
          </p:nvPr>
        </p:nvSpPr>
        <p:spPr>
          <a:xfrm>
            <a:off x="812800" y="1143000"/>
            <a:ext cx="10566400" cy="4876800"/>
          </a:xfrm>
        </p:spPr>
        <p:txBody>
          <a:bodyPr>
            <a:normAutofit/>
          </a:bodyPr>
          <a:lstStyle/>
          <a:p>
            <a:pPr lvl="0"/>
            <a:endParaRPr lang="en-US" noProof="0"/>
          </a:p>
        </p:txBody>
      </p:sp>
      <p:sp>
        <p:nvSpPr>
          <p:cNvPr id="4" name="Date Placeholder 9">
            <a:extLst>
              <a:ext uri="{FF2B5EF4-FFF2-40B4-BE49-F238E27FC236}">
                <a16:creationId xmlns:a16="http://schemas.microsoft.com/office/drawing/2014/main" id="{97DE24A3-4BD1-EDDA-3426-AE75EA1E9368}"/>
              </a:ext>
            </a:extLst>
          </p:cNvPr>
          <p:cNvSpPr>
            <a:spLocks noGrp="1"/>
          </p:cNvSpPr>
          <p:nvPr>
            <p:ph type="dt" sz="half" idx="10"/>
          </p:nvPr>
        </p:nvSpPr>
        <p:spPr/>
        <p:txBody>
          <a:bodyPr/>
          <a:lstStyle>
            <a:lvl1pPr>
              <a:defRPr/>
            </a:lvl1pPr>
          </a:lstStyle>
          <a:p>
            <a:pPr>
              <a:defRPr/>
            </a:pPr>
            <a:endParaRPr lang="en-US"/>
          </a:p>
        </p:txBody>
      </p:sp>
      <p:sp>
        <p:nvSpPr>
          <p:cNvPr id="5" name="Footer Placeholder 21">
            <a:extLst>
              <a:ext uri="{FF2B5EF4-FFF2-40B4-BE49-F238E27FC236}">
                <a16:creationId xmlns:a16="http://schemas.microsoft.com/office/drawing/2014/main" id="{5029CD84-5BAD-45B5-9175-D7A0B8E8A51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5AF30C9C-DE12-89DC-15F2-2CE7C58DF092}"/>
              </a:ext>
            </a:extLst>
          </p:cNvPr>
          <p:cNvSpPr>
            <a:spLocks noGrp="1"/>
          </p:cNvSpPr>
          <p:nvPr>
            <p:ph type="sldNum" sz="quarter" idx="12"/>
          </p:nvPr>
        </p:nvSpPr>
        <p:spPr/>
        <p:txBody>
          <a:bodyPr/>
          <a:lstStyle>
            <a:lvl1pPr>
              <a:defRPr/>
            </a:lvl1pPr>
          </a:lstStyle>
          <a:p>
            <a:fld id="{FFEC9F63-F2A7-481B-B9AE-F90A620A7E33}" type="slidenum">
              <a:rPr lang="en-US" altLang="en-US"/>
              <a:pPr/>
              <a:t>‹#›</a:t>
            </a:fld>
            <a:endParaRPr lang="en-US" altLang="en-US"/>
          </a:p>
        </p:txBody>
      </p:sp>
    </p:spTree>
    <p:extLst>
      <p:ext uri="{BB962C8B-B14F-4D97-AF65-F5344CB8AC3E}">
        <p14:creationId xmlns:p14="http://schemas.microsoft.com/office/powerpoint/2010/main" val="639387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1DECC-0979-ADDD-2D5F-BE9F3D8379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71DE3F-ECB2-7B9D-EA68-386A14F7D39D}"/>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214BCA-A09B-581E-5CCA-D371A651D7B3}"/>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5" name="Footer Placeholder 4">
            <a:extLst>
              <a:ext uri="{FF2B5EF4-FFF2-40B4-BE49-F238E27FC236}">
                <a16:creationId xmlns:a16="http://schemas.microsoft.com/office/drawing/2014/main" id="{95AAE603-C9EE-36FE-3325-218B1CC94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CD618-7F28-0E3C-6D91-2FA02DAAFA77}"/>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27221570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3EE86-7299-569C-C577-3F0BB5C00E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C8805B-FEFF-CECD-B653-95F1693778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44B0E-7E87-2A01-2C0F-0479BADD9868}"/>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5" name="Footer Placeholder 4">
            <a:extLst>
              <a:ext uri="{FF2B5EF4-FFF2-40B4-BE49-F238E27FC236}">
                <a16:creationId xmlns:a16="http://schemas.microsoft.com/office/drawing/2014/main" id="{CECEA58E-75A0-314C-8336-122F734588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A2F1ED-5320-E54A-182F-1B875F44E487}"/>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41368740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0140C-9F84-A6FE-9A5E-1C49FF4F2E14}"/>
              </a:ext>
            </a:extLst>
          </p:cNvPr>
          <p:cNvSpPr>
            <a:spLocks noGrp="1"/>
          </p:cNvSpPr>
          <p:nvPr>
            <p:ph type="title"/>
          </p:nvPr>
        </p:nvSpPr>
        <p:spPr>
          <a:xfrm>
            <a:off x="831851" y="1709742"/>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30B7D96-8690-2865-C21C-94007666D512}"/>
              </a:ext>
            </a:extLst>
          </p:cNvPr>
          <p:cNvSpPr>
            <a:spLocks noGrp="1"/>
          </p:cNvSpPr>
          <p:nvPr>
            <p:ph type="body" idx="1"/>
          </p:nvPr>
        </p:nvSpPr>
        <p:spPr>
          <a:xfrm>
            <a:off x="831851" y="4589467"/>
            <a:ext cx="10515600" cy="1500187"/>
          </a:xfr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50E211-2190-2540-BD62-ABFB0C9A96B6}"/>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5" name="Footer Placeholder 4">
            <a:extLst>
              <a:ext uri="{FF2B5EF4-FFF2-40B4-BE49-F238E27FC236}">
                <a16:creationId xmlns:a16="http://schemas.microsoft.com/office/drawing/2014/main" id="{19A18B56-61FD-54DD-ACE2-3BCEF649AA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185F4B-1070-D13F-82C2-08C93BA2F8D6}"/>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24188248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D0DFC-CC04-0E31-55C8-2384E07034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209E53-EA1B-2B59-01A1-640707EA20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3D7EA6-906A-2C81-8B05-66D7C658F5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9B6DE6-2F51-EA61-D633-3C64D41F45FA}"/>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6" name="Footer Placeholder 5">
            <a:extLst>
              <a:ext uri="{FF2B5EF4-FFF2-40B4-BE49-F238E27FC236}">
                <a16:creationId xmlns:a16="http://schemas.microsoft.com/office/drawing/2014/main" id="{A93F7970-9D7B-E68A-D5B7-C7DEABD3F0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ECE2E0-5C82-5920-BECC-BDB33FE9224E}"/>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41260417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CA835-D9A9-1FA4-6262-BF916C358963}"/>
              </a:ext>
            </a:extLst>
          </p:cNvPr>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E7193E-7AEB-B01F-3C1C-298E1107140B}"/>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02761F-21D8-9319-5103-010C92668A91}"/>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A8F662-0D20-F8FF-F842-6A667131ED09}"/>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583BFD-CA13-DD16-11FC-EC0D2F014549}"/>
              </a:ext>
            </a:extLst>
          </p:cNvPr>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8A0B5C-F22F-A4F1-246F-7C72BD714C4B}"/>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8" name="Footer Placeholder 7">
            <a:extLst>
              <a:ext uri="{FF2B5EF4-FFF2-40B4-BE49-F238E27FC236}">
                <a16:creationId xmlns:a16="http://schemas.microsoft.com/office/drawing/2014/main" id="{B9910209-FD95-8AB4-8A07-690426873E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621D56-E18C-AA43-1A66-5CFE332119B0}"/>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40453135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E6777-0F8D-60A1-E91C-399CA32D93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53276B-8492-4616-0983-50AFA2C803FD}"/>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4" name="Footer Placeholder 3">
            <a:extLst>
              <a:ext uri="{FF2B5EF4-FFF2-40B4-BE49-F238E27FC236}">
                <a16:creationId xmlns:a16="http://schemas.microsoft.com/office/drawing/2014/main" id="{13E53C2A-560F-9763-9491-F59D09459A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16309E-856E-39EA-B76B-034F1B20EC33}"/>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38569960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835994-6B00-A77D-2474-72E3BD631B2F}"/>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3" name="Footer Placeholder 2">
            <a:extLst>
              <a:ext uri="{FF2B5EF4-FFF2-40B4-BE49-F238E27FC236}">
                <a16:creationId xmlns:a16="http://schemas.microsoft.com/office/drawing/2014/main" id="{DF70D1F4-058E-E369-0E9B-7949D28E03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F9BE43-E39F-C87A-E484-A366B9A019A2}"/>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22733845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8012E-E994-8588-F054-185F19F74C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B03840-32B1-76EE-B17D-EF0E88B8ADFC}"/>
              </a:ext>
            </a:extLst>
          </p:cNvPr>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200880-7B5C-4FB5-29DB-904D06571740}"/>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2450E6-5E76-53BA-4EFB-C48D739854C6}"/>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6" name="Footer Placeholder 5">
            <a:extLst>
              <a:ext uri="{FF2B5EF4-FFF2-40B4-BE49-F238E27FC236}">
                <a16:creationId xmlns:a16="http://schemas.microsoft.com/office/drawing/2014/main" id="{1291CB40-6A94-1CA5-7287-B1820AA815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90FBCD-5474-7B0D-0D68-89F6A72A3B19}"/>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4833385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72AE7-9FF9-8733-072B-172C555C2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AE66EE-3157-2EC9-42E2-8FCD15E70207}"/>
              </a:ext>
            </a:extLst>
          </p:cNvPr>
          <p:cNvSpPr>
            <a:spLocks noGrp="1"/>
          </p:cNvSpPr>
          <p:nvPr>
            <p:ph type="pic" idx="1"/>
          </p:nvPr>
        </p:nvSpPr>
        <p:spPr>
          <a:xfrm>
            <a:off x="5183188" y="987429"/>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842287AF-1EE9-E8CE-98DF-98E4B7237312}"/>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16DDB-5B8C-2A2A-6E56-B3F26FE5171B}"/>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6" name="Footer Placeholder 5">
            <a:extLst>
              <a:ext uri="{FF2B5EF4-FFF2-40B4-BE49-F238E27FC236}">
                <a16:creationId xmlns:a16="http://schemas.microsoft.com/office/drawing/2014/main" id="{437BD65A-C8F7-C4BB-733F-0108EB3828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28B9F3-C91C-365B-1E4C-29B1870E5833}"/>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1683889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947F-0A6E-C0E2-6B67-C7E51D068F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2A6A51-36DF-C577-F965-4988024335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DB195-025F-7577-BD6D-02F8C30BE6E9}"/>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5" name="Footer Placeholder 4">
            <a:extLst>
              <a:ext uri="{FF2B5EF4-FFF2-40B4-BE49-F238E27FC236}">
                <a16:creationId xmlns:a16="http://schemas.microsoft.com/office/drawing/2014/main" id="{CDA56AA8-977C-9BFD-F9F6-5CD7CC8640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6323E6-C3C0-FB31-3CFA-65CF3A6F7E49}"/>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39311431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6771D5-0922-15EC-D4FD-8A70276EA5C5}"/>
              </a:ext>
            </a:extLst>
          </p:cNvPr>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473467-72DB-73C3-7884-BE8559FFA215}"/>
              </a:ext>
            </a:extLst>
          </p:cNvPr>
          <p:cNvSpPr>
            <a:spLocks noGrp="1"/>
          </p:cNvSpPr>
          <p:nvPr>
            <p:ph type="body" orient="vert" idx="1"/>
          </p:nvPr>
        </p:nvSpPr>
        <p:spPr>
          <a:xfrm>
            <a:off x="838202"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7C6568-738A-7908-F8DE-6E0280990816}"/>
              </a:ext>
            </a:extLst>
          </p:cNvPr>
          <p:cNvSpPr>
            <a:spLocks noGrp="1"/>
          </p:cNvSpPr>
          <p:nvPr>
            <p:ph type="dt" sz="half" idx="10"/>
          </p:nvPr>
        </p:nvSpPr>
        <p:spPr/>
        <p:txBody>
          <a:bodyPr/>
          <a:lstStyle/>
          <a:p>
            <a:fld id="{D0B6D53A-65F0-49CA-8FEC-A1D575AC9855}" type="datetimeFigureOut">
              <a:rPr lang="en-US" smtClean="0"/>
              <a:t>2/21/2026</a:t>
            </a:fld>
            <a:endParaRPr lang="en-US"/>
          </a:p>
        </p:txBody>
      </p:sp>
      <p:sp>
        <p:nvSpPr>
          <p:cNvPr id="5" name="Footer Placeholder 4">
            <a:extLst>
              <a:ext uri="{FF2B5EF4-FFF2-40B4-BE49-F238E27FC236}">
                <a16:creationId xmlns:a16="http://schemas.microsoft.com/office/drawing/2014/main" id="{7C21CF36-5B86-4C1C-F343-D899C7D2F5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BA99A-4B3F-D00F-C22E-CA6610B7EAA3}"/>
              </a:ext>
            </a:extLst>
          </p:cNvPr>
          <p:cNvSpPr>
            <a:spLocks noGrp="1"/>
          </p:cNvSpPr>
          <p:nvPr>
            <p:ph type="sldNum" sz="quarter" idx="12"/>
          </p:nvPr>
        </p:nvSpPr>
        <p:spPr/>
        <p:txBody>
          <a:bodyPr/>
          <a:lstStyle/>
          <a:p>
            <a:fld id="{B70052D6-23A7-4907-ADDC-CFA682C15F59}" type="slidenum">
              <a:rPr lang="en-US" smtClean="0"/>
              <a:t>‹#›</a:t>
            </a:fld>
            <a:endParaRPr lang="en-US"/>
          </a:p>
        </p:txBody>
      </p:sp>
    </p:spTree>
    <p:extLst>
      <p:ext uri="{BB962C8B-B14F-4D97-AF65-F5344CB8AC3E}">
        <p14:creationId xmlns:p14="http://schemas.microsoft.com/office/powerpoint/2010/main" val="35259348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46AD1-B992-FEB8-27D6-458B23AEDBF0}"/>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4E482CAC-5800-16A1-FEF6-BCD60CD1E4C0}"/>
              </a:ext>
            </a:extLst>
          </p:cNvPr>
          <p:cNvSpPr>
            <a:spLocks noGrp="1"/>
          </p:cNvSpPr>
          <p:nvPr>
            <p:ph type="subTitle" idx="1"/>
          </p:nvPr>
        </p:nvSpPr>
        <p:spPr>
          <a:xfrm>
            <a:off x="1524000" y="3602038"/>
            <a:ext cx="9144000" cy="1655762"/>
          </a:xfrm>
        </p:spPr>
        <p:txBody>
          <a:bodyPr/>
          <a:lstStyle>
            <a:lvl1pPr marL="0" indent="0" algn="ctr">
              <a:buNone/>
              <a:defRPr sz="1800"/>
            </a:lvl1pPr>
            <a:lvl2pPr marL="342882" indent="0" algn="ctr">
              <a:buNone/>
              <a:defRPr sz="1500"/>
            </a:lvl2pPr>
            <a:lvl3pPr marL="685766" indent="0" algn="ctr">
              <a:buNone/>
              <a:defRPr sz="1351"/>
            </a:lvl3pPr>
            <a:lvl4pPr marL="1028649" indent="0" algn="ctr">
              <a:buNone/>
              <a:defRPr sz="1200"/>
            </a:lvl4pPr>
            <a:lvl5pPr marL="1371532" indent="0" algn="ctr">
              <a:buNone/>
              <a:defRPr sz="1200"/>
            </a:lvl5pPr>
            <a:lvl6pPr marL="1714414" indent="0" algn="ctr">
              <a:buNone/>
              <a:defRPr sz="1200"/>
            </a:lvl6pPr>
            <a:lvl7pPr marL="2057298" indent="0" algn="ctr">
              <a:buNone/>
              <a:defRPr sz="1200"/>
            </a:lvl7pPr>
            <a:lvl8pPr marL="2400180" indent="0" algn="ctr">
              <a:buNone/>
              <a:defRPr sz="1200"/>
            </a:lvl8pPr>
            <a:lvl9pPr marL="2743062"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7AAC752-D757-9B3E-F3A6-E7DA45B927E6}"/>
              </a:ext>
            </a:extLst>
          </p:cNvPr>
          <p:cNvSpPr>
            <a:spLocks noGrp="1"/>
          </p:cNvSpPr>
          <p:nvPr>
            <p:ph type="dt" sz="half" idx="10"/>
          </p:nvPr>
        </p:nvSpPr>
        <p:spPr/>
        <p:txBody>
          <a:bodyPr/>
          <a:lstStyle/>
          <a:p>
            <a:pPr>
              <a:defRPr/>
            </a:pPr>
            <a:endParaRPr lang="en-US">
              <a:solidFill>
                <a:prstClr val="black">
                  <a:tint val="82000"/>
                </a:prstClr>
              </a:solidFill>
            </a:endParaRPr>
          </a:p>
        </p:txBody>
      </p:sp>
      <p:sp>
        <p:nvSpPr>
          <p:cNvPr id="5" name="Footer Placeholder 4">
            <a:extLst>
              <a:ext uri="{FF2B5EF4-FFF2-40B4-BE49-F238E27FC236}">
                <a16:creationId xmlns:a16="http://schemas.microsoft.com/office/drawing/2014/main" id="{1AE27CF5-E93F-5DB1-340E-32ADBCC73A16}"/>
              </a:ext>
            </a:extLst>
          </p:cNvPr>
          <p:cNvSpPr>
            <a:spLocks noGrp="1"/>
          </p:cNvSpPr>
          <p:nvPr>
            <p:ph type="ftr" sz="quarter" idx="11"/>
          </p:nvPr>
        </p:nvSpPr>
        <p:spPr/>
        <p:txBody>
          <a:bodyPr/>
          <a:lstStyle/>
          <a:p>
            <a:pPr>
              <a:defRPr/>
            </a:pPr>
            <a:endParaRPr lang="en-US">
              <a:solidFill>
                <a:prstClr val="black">
                  <a:tint val="82000"/>
                </a:prstClr>
              </a:solidFill>
            </a:endParaRPr>
          </a:p>
        </p:txBody>
      </p:sp>
      <p:sp>
        <p:nvSpPr>
          <p:cNvPr id="6" name="Slide Number Placeholder 5">
            <a:extLst>
              <a:ext uri="{FF2B5EF4-FFF2-40B4-BE49-F238E27FC236}">
                <a16:creationId xmlns:a16="http://schemas.microsoft.com/office/drawing/2014/main" id="{A0DB5F06-917E-1C08-1A0B-B6BE498AE157}"/>
              </a:ext>
            </a:extLst>
          </p:cNvPr>
          <p:cNvSpPr>
            <a:spLocks noGrp="1"/>
          </p:cNvSpPr>
          <p:nvPr>
            <p:ph type="sldNum" sz="quarter" idx="12"/>
          </p:nvPr>
        </p:nvSpPr>
        <p:spPr/>
        <p:txBody>
          <a:bodyPr/>
          <a:lstStyle/>
          <a:p>
            <a:fld id="{DC822FC3-8C20-47EF-B2E3-37052A635A69}"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329238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0FBC3-B999-6623-46D8-1A760E147541}"/>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D3AE53C-E7AF-6EBE-F35F-984550D72229}"/>
              </a:ext>
            </a:extLst>
          </p:cNvPr>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BA8468-4851-FD7E-5529-7989CA7F6A64}"/>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pPr>
              <a:defRPr/>
            </a:pPr>
            <a:endParaRPr lang="en-US">
              <a:solidFill>
                <a:prstClr val="black">
                  <a:tint val="82000"/>
                </a:prstClr>
              </a:solidFill>
            </a:endParaRPr>
          </a:p>
        </p:txBody>
      </p:sp>
      <p:sp>
        <p:nvSpPr>
          <p:cNvPr id="5" name="Footer Placeholder 4">
            <a:extLst>
              <a:ext uri="{FF2B5EF4-FFF2-40B4-BE49-F238E27FC236}">
                <a16:creationId xmlns:a16="http://schemas.microsoft.com/office/drawing/2014/main" id="{8115E1D7-4991-578E-2E56-9D1E98CFD183}"/>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endParaRPr lang="en-US">
              <a:solidFill>
                <a:prstClr val="black">
                  <a:tint val="82000"/>
                </a:prstClr>
              </a:solidFill>
            </a:endParaRPr>
          </a:p>
        </p:txBody>
      </p:sp>
      <p:sp>
        <p:nvSpPr>
          <p:cNvPr id="6" name="Slide Number Placeholder 5">
            <a:extLst>
              <a:ext uri="{FF2B5EF4-FFF2-40B4-BE49-F238E27FC236}">
                <a16:creationId xmlns:a16="http://schemas.microsoft.com/office/drawing/2014/main" id="{C6E654F3-F07B-3E36-D370-EA0FEB91C9FF}"/>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AEF58E64-F234-4485-992B-9FB0071E4A0C}"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24789588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A192A-CDA1-0720-0EB9-08A6B6FD558D}"/>
              </a:ext>
            </a:extLst>
          </p:cNvPr>
          <p:cNvSpPr>
            <a:spLocks noGrp="1"/>
          </p:cNvSpPr>
          <p:nvPr>
            <p:ph type="title"/>
          </p:nvPr>
        </p:nvSpPr>
        <p:spPr>
          <a:xfrm>
            <a:off x="831851" y="1709748"/>
            <a:ext cx="10515600" cy="2852737"/>
          </a:xfrm>
        </p:spPr>
        <p:txBody>
          <a:bodyPr anchor="b"/>
          <a:lstStyle>
            <a:lvl1pPr>
              <a:defRPr sz="45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Text Placeholder 2">
            <a:extLst>
              <a:ext uri="{FF2B5EF4-FFF2-40B4-BE49-F238E27FC236}">
                <a16:creationId xmlns:a16="http://schemas.microsoft.com/office/drawing/2014/main" id="{E1C2C7AE-84E7-423E-4F58-655AA1156202}"/>
              </a:ext>
            </a:extLst>
          </p:cNvPr>
          <p:cNvSpPr>
            <a:spLocks noGrp="1"/>
          </p:cNvSpPr>
          <p:nvPr>
            <p:ph type="body" idx="1"/>
          </p:nvPr>
        </p:nvSpPr>
        <p:spPr>
          <a:xfrm>
            <a:off x="831851" y="4589473"/>
            <a:ext cx="10515600" cy="1500187"/>
          </a:xfrm>
        </p:spPr>
        <p:txBody>
          <a:bodyPr/>
          <a:lstStyle>
            <a:lvl1pPr marL="0" indent="0">
              <a:buNone/>
              <a:defRPr sz="1800">
                <a:solidFill>
                  <a:schemeClr val="tx1">
                    <a:tint val="82000"/>
                  </a:schemeClr>
                </a:solidFill>
                <a:latin typeface="Times New Roman" panose="02020603050405020304" pitchFamily="18" charset="0"/>
                <a:cs typeface="Times New Roman" panose="02020603050405020304" pitchFamily="18" charset="0"/>
              </a:defRPr>
            </a:lvl1pPr>
            <a:lvl2pPr marL="342882" indent="0">
              <a:buNone/>
              <a:defRPr sz="1500">
                <a:solidFill>
                  <a:schemeClr val="tx1">
                    <a:tint val="82000"/>
                  </a:schemeClr>
                </a:solidFill>
              </a:defRPr>
            </a:lvl2pPr>
            <a:lvl3pPr marL="685766" indent="0">
              <a:buNone/>
              <a:defRPr sz="1351">
                <a:solidFill>
                  <a:schemeClr val="tx1">
                    <a:tint val="82000"/>
                  </a:schemeClr>
                </a:solidFill>
              </a:defRPr>
            </a:lvl3pPr>
            <a:lvl4pPr marL="1028649" indent="0">
              <a:buNone/>
              <a:defRPr sz="1200">
                <a:solidFill>
                  <a:schemeClr val="tx1">
                    <a:tint val="82000"/>
                  </a:schemeClr>
                </a:solidFill>
              </a:defRPr>
            </a:lvl4pPr>
            <a:lvl5pPr marL="1371532" indent="0">
              <a:buNone/>
              <a:defRPr sz="1200">
                <a:solidFill>
                  <a:schemeClr val="tx1">
                    <a:tint val="82000"/>
                  </a:schemeClr>
                </a:solidFill>
              </a:defRPr>
            </a:lvl5pPr>
            <a:lvl6pPr marL="1714414" indent="0">
              <a:buNone/>
              <a:defRPr sz="1200">
                <a:solidFill>
                  <a:schemeClr val="tx1">
                    <a:tint val="82000"/>
                  </a:schemeClr>
                </a:solidFill>
              </a:defRPr>
            </a:lvl6pPr>
            <a:lvl7pPr marL="2057298" indent="0">
              <a:buNone/>
              <a:defRPr sz="1200">
                <a:solidFill>
                  <a:schemeClr val="tx1">
                    <a:tint val="82000"/>
                  </a:schemeClr>
                </a:solidFill>
              </a:defRPr>
            </a:lvl7pPr>
            <a:lvl8pPr marL="2400180" indent="0">
              <a:buNone/>
              <a:defRPr sz="1200">
                <a:solidFill>
                  <a:schemeClr val="tx1">
                    <a:tint val="82000"/>
                  </a:schemeClr>
                </a:solidFill>
              </a:defRPr>
            </a:lvl8pPr>
            <a:lvl9pPr marL="2743062"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F9252F-22E4-326A-4654-950AF692AEFC}"/>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pPr>
              <a:defRPr/>
            </a:pPr>
            <a:endParaRPr lang="en-US">
              <a:solidFill>
                <a:prstClr val="black">
                  <a:tint val="82000"/>
                </a:prstClr>
              </a:solidFill>
            </a:endParaRPr>
          </a:p>
        </p:txBody>
      </p:sp>
      <p:sp>
        <p:nvSpPr>
          <p:cNvPr id="5" name="Footer Placeholder 4">
            <a:extLst>
              <a:ext uri="{FF2B5EF4-FFF2-40B4-BE49-F238E27FC236}">
                <a16:creationId xmlns:a16="http://schemas.microsoft.com/office/drawing/2014/main" id="{86E68D7D-57BA-40F1-CA62-D001EC742EB5}"/>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endParaRPr lang="en-US">
              <a:solidFill>
                <a:prstClr val="black">
                  <a:tint val="82000"/>
                </a:prstClr>
              </a:solidFill>
            </a:endParaRPr>
          </a:p>
        </p:txBody>
      </p:sp>
      <p:sp>
        <p:nvSpPr>
          <p:cNvPr id="6" name="Slide Number Placeholder 5">
            <a:extLst>
              <a:ext uri="{FF2B5EF4-FFF2-40B4-BE49-F238E27FC236}">
                <a16:creationId xmlns:a16="http://schemas.microsoft.com/office/drawing/2014/main" id="{CDDCB181-EDAE-8B53-A3F8-CBED376D3B10}"/>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2715B0B9-3E8E-4FF4-8489-136857E4E9DE}"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14725964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4E267-CDA0-8CA0-7EC2-9826B841A4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E07DB8-5E6D-BD5B-12FE-FD4E2C69BF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E54497-7A5E-1297-99D9-0275527AA9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9B6934-5A1B-96F7-9466-028FE4FA8EE2}"/>
              </a:ext>
            </a:extLst>
          </p:cNvPr>
          <p:cNvSpPr>
            <a:spLocks noGrp="1"/>
          </p:cNvSpPr>
          <p:nvPr>
            <p:ph type="dt" sz="half" idx="10"/>
          </p:nvPr>
        </p:nvSpPr>
        <p:spPr/>
        <p:txBody>
          <a:bodyPr/>
          <a:lstStyle/>
          <a:p>
            <a:pPr>
              <a:defRPr/>
            </a:pPr>
            <a:endParaRPr lang="en-US">
              <a:solidFill>
                <a:prstClr val="black">
                  <a:tint val="82000"/>
                </a:prstClr>
              </a:solidFill>
            </a:endParaRPr>
          </a:p>
        </p:txBody>
      </p:sp>
      <p:sp>
        <p:nvSpPr>
          <p:cNvPr id="6" name="Footer Placeholder 5">
            <a:extLst>
              <a:ext uri="{FF2B5EF4-FFF2-40B4-BE49-F238E27FC236}">
                <a16:creationId xmlns:a16="http://schemas.microsoft.com/office/drawing/2014/main" id="{E24AABCB-DA82-DC48-D12B-8A5250DCFAFA}"/>
              </a:ext>
            </a:extLst>
          </p:cNvPr>
          <p:cNvSpPr>
            <a:spLocks noGrp="1"/>
          </p:cNvSpPr>
          <p:nvPr>
            <p:ph type="ftr" sz="quarter" idx="11"/>
          </p:nvPr>
        </p:nvSpPr>
        <p:spPr/>
        <p:txBody>
          <a:bodyPr/>
          <a:lstStyle/>
          <a:p>
            <a:pPr>
              <a:defRPr/>
            </a:pPr>
            <a:endParaRPr lang="en-US">
              <a:solidFill>
                <a:prstClr val="black">
                  <a:tint val="82000"/>
                </a:prstClr>
              </a:solidFill>
            </a:endParaRPr>
          </a:p>
        </p:txBody>
      </p:sp>
      <p:sp>
        <p:nvSpPr>
          <p:cNvPr id="7" name="Slide Number Placeholder 6">
            <a:extLst>
              <a:ext uri="{FF2B5EF4-FFF2-40B4-BE49-F238E27FC236}">
                <a16:creationId xmlns:a16="http://schemas.microsoft.com/office/drawing/2014/main" id="{84AFF366-F774-85CC-3C0E-95A6E8F01A0A}"/>
              </a:ext>
            </a:extLst>
          </p:cNvPr>
          <p:cNvSpPr>
            <a:spLocks noGrp="1"/>
          </p:cNvSpPr>
          <p:nvPr>
            <p:ph type="sldNum" sz="quarter" idx="12"/>
          </p:nvPr>
        </p:nvSpPr>
        <p:spPr/>
        <p:txBody>
          <a:bodyPr/>
          <a:lstStyle/>
          <a:p>
            <a:fld id="{BA5800A8-18FA-4941-B5D4-9A548941170D}"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1642504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AC82-821F-8B9D-6321-AEFB7D76E28C}"/>
              </a:ext>
            </a:extLst>
          </p:cNvPr>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8823FE-17DA-CBD8-4779-B336D0FAE43C}"/>
              </a:ext>
            </a:extLst>
          </p:cNvPr>
          <p:cNvSpPr>
            <a:spLocks noGrp="1"/>
          </p:cNvSpPr>
          <p:nvPr>
            <p:ph type="body" idx="1"/>
          </p:nvPr>
        </p:nvSpPr>
        <p:spPr>
          <a:xfrm>
            <a:off x="839789" y="1681163"/>
            <a:ext cx="5157787" cy="823912"/>
          </a:xfrm>
        </p:spPr>
        <p:txBody>
          <a:bodyPr anchor="b"/>
          <a:lstStyle>
            <a:lvl1pPr marL="0" indent="0">
              <a:buNone/>
              <a:defRPr sz="1800" b="1"/>
            </a:lvl1pPr>
            <a:lvl2pPr marL="342882" indent="0">
              <a:buNone/>
              <a:defRPr sz="1500" b="1"/>
            </a:lvl2pPr>
            <a:lvl3pPr marL="685766" indent="0">
              <a:buNone/>
              <a:defRPr sz="1351" b="1"/>
            </a:lvl3pPr>
            <a:lvl4pPr marL="1028649" indent="0">
              <a:buNone/>
              <a:defRPr sz="1200" b="1"/>
            </a:lvl4pPr>
            <a:lvl5pPr marL="1371532" indent="0">
              <a:buNone/>
              <a:defRPr sz="1200" b="1"/>
            </a:lvl5pPr>
            <a:lvl6pPr marL="1714414" indent="0">
              <a:buNone/>
              <a:defRPr sz="1200" b="1"/>
            </a:lvl6pPr>
            <a:lvl7pPr marL="2057298" indent="0">
              <a:buNone/>
              <a:defRPr sz="1200" b="1"/>
            </a:lvl7pPr>
            <a:lvl8pPr marL="2400180" indent="0">
              <a:buNone/>
              <a:defRPr sz="1200" b="1"/>
            </a:lvl8pPr>
            <a:lvl9pPr marL="2743062"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E99C849-3D5B-B1E9-CAE7-8542F7142AC4}"/>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974A84-96D5-6B53-3470-6E6324BFA9A7}"/>
              </a:ext>
            </a:extLst>
          </p:cNvPr>
          <p:cNvSpPr>
            <a:spLocks noGrp="1"/>
          </p:cNvSpPr>
          <p:nvPr>
            <p:ph type="body" sz="quarter" idx="3"/>
          </p:nvPr>
        </p:nvSpPr>
        <p:spPr>
          <a:xfrm>
            <a:off x="6172203" y="1681163"/>
            <a:ext cx="5183188" cy="823912"/>
          </a:xfrm>
        </p:spPr>
        <p:txBody>
          <a:bodyPr anchor="b"/>
          <a:lstStyle>
            <a:lvl1pPr marL="0" indent="0">
              <a:buNone/>
              <a:defRPr sz="1800" b="1"/>
            </a:lvl1pPr>
            <a:lvl2pPr marL="342882" indent="0">
              <a:buNone/>
              <a:defRPr sz="1500" b="1"/>
            </a:lvl2pPr>
            <a:lvl3pPr marL="685766" indent="0">
              <a:buNone/>
              <a:defRPr sz="1351" b="1"/>
            </a:lvl3pPr>
            <a:lvl4pPr marL="1028649" indent="0">
              <a:buNone/>
              <a:defRPr sz="1200" b="1"/>
            </a:lvl4pPr>
            <a:lvl5pPr marL="1371532" indent="0">
              <a:buNone/>
              <a:defRPr sz="1200" b="1"/>
            </a:lvl5pPr>
            <a:lvl6pPr marL="1714414" indent="0">
              <a:buNone/>
              <a:defRPr sz="1200" b="1"/>
            </a:lvl6pPr>
            <a:lvl7pPr marL="2057298" indent="0">
              <a:buNone/>
              <a:defRPr sz="1200" b="1"/>
            </a:lvl7pPr>
            <a:lvl8pPr marL="2400180" indent="0">
              <a:buNone/>
              <a:defRPr sz="1200" b="1"/>
            </a:lvl8pPr>
            <a:lvl9pPr marL="2743062"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FAF02B4-85D3-59BE-C8E5-73993F07BE07}"/>
              </a:ext>
            </a:extLst>
          </p:cNvPr>
          <p:cNvSpPr>
            <a:spLocks noGrp="1"/>
          </p:cNvSpPr>
          <p:nvPr>
            <p:ph sz="quarter" idx="4"/>
          </p:nvPr>
        </p:nvSpPr>
        <p:spPr>
          <a:xfrm>
            <a:off x="6172203"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D1E89A-5AED-84B6-2886-530939EA2333}"/>
              </a:ext>
            </a:extLst>
          </p:cNvPr>
          <p:cNvSpPr>
            <a:spLocks noGrp="1"/>
          </p:cNvSpPr>
          <p:nvPr>
            <p:ph type="dt" sz="half" idx="10"/>
          </p:nvPr>
        </p:nvSpPr>
        <p:spPr/>
        <p:txBody>
          <a:bodyPr/>
          <a:lstStyle/>
          <a:p>
            <a:pPr>
              <a:defRPr/>
            </a:pPr>
            <a:endParaRPr lang="en-US">
              <a:solidFill>
                <a:prstClr val="black">
                  <a:tint val="82000"/>
                </a:prstClr>
              </a:solidFill>
            </a:endParaRPr>
          </a:p>
        </p:txBody>
      </p:sp>
      <p:sp>
        <p:nvSpPr>
          <p:cNvPr id="8" name="Footer Placeholder 7">
            <a:extLst>
              <a:ext uri="{FF2B5EF4-FFF2-40B4-BE49-F238E27FC236}">
                <a16:creationId xmlns:a16="http://schemas.microsoft.com/office/drawing/2014/main" id="{19E1FF71-DB00-069C-D774-C3C72AE2C7BF}"/>
              </a:ext>
            </a:extLst>
          </p:cNvPr>
          <p:cNvSpPr>
            <a:spLocks noGrp="1"/>
          </p:cNvSpPr>
          <p:nvPr>
            <p:ph type="ftr" sz="quarter" idx="11"/>
          </p:nvPr>
        </p:nvSpPr>
        <p:spPr/>
        <p:txBody>
          <a:bodyPr/>
          <a:lstStyle/>
          <a:p>
            <a:pPr>
              <a:defRPr/>
            </a:pPr>
            <a:endParaRPr lang="en-US">
              <a:solidFill>
                <a:prstClr val="black">
                  <a:tint val="82000"/>
                </a:prstClr>
              </a:solidFill>
            </a:endParaRPr>
          </a:p>
        </p:txBody>
      </p:sp>
      <p:sp>
        <p:nvSpPr>
          <p:cNvPr id="9" name="Slide Number Placeholder 8">
            <a:extLst>
              <a:ext uri="{FF2B5EF4-FFF2-40B4-BE49-F238E27FC236}">
                <a16:creationId xmlns:a16="http://schemas.microsoft.com/office/drawing/2014/main" id="{8AD35FD9-3840-C00B-A53B-014CFD517218}"/>
              </a:ext>
            </a:extLst>
          </p:cNvPr>
          <p:cNvSpPr>
            <a:spLocks noGrp="1"/>
          </p:cNvSpPr>
          <p:nvPr>
            <p:ph type="sldNum" sz="quarter" idx="12"/>
          </p:nvPr>
        </p:nvSpPr>
        <p:spPr/>
        <p:txBody>
          <a:bodyPr/>
          <a:lstStyle/>
          <a:p>
            <a:fld id="{C8305DA7-3192-4705-BC19-0AE86D4C6EEE}"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33889702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3265-B352-9078-386C-2C924CAC47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FEEE03-4823-5DA7-9B07-8544D45721C4}"/>
              </a:ext>
            </a:extLst>
          </p:cNvPr>
          <p:cNvSpPr>
            <a:spLocks noGrp="1"/>
          </p:cNvSpPr>
          <p:nvPr>
            <p:ph type="dt" sz="half" idx="10"/>
          </p:nvPr>
        </p:nvSpPr>
        <p:spPr/>
        <p:txBody>
          <a:bodyPr/>
          <a:lstStyle/>
          <a:p>
            <a:pPr>
              <a:defRPr/>
            </a:pPr>
            <a:endParaRPr lang="en-US">
              <a:solidFill>
                <a:prstClr val="black">
                  <a:tint val="82000"/>
                </a:prstClr>
              </a:solidFill>
            </a:endParaRPr>
          </a:p>
        </p:txBody>
      </p:sp>
      <p:sp>
        <p:nvSpPr>
          <p:cNvPr id="4" name="Footer Placeholder 3">
            <a:extLst>
              <a:ext uri="{FF2B5EF4-FFF2-40B4-BE49-F238E27FC236}">
                <a16:creationId xmlns:a16="http://schemas.microsoft.com/office/drawing/2014/main" id="{FB19C798-005E-2C17-DFCD-8138D7288E8C}"/>
              </a:ext>
            </a:extLst>
          </p:cNvPr>
          <p:cNvSpPr>
            <a:spLocks noGrp="1"/>
          </p:cNvSpPr>
          <p:nvPr>
            <p:ph type="ftr" sz="quarter" idx="11"/>
          </p:nvPr>
        </p:nvSpPr>
        <p:spPr/>
        <p:txBody>
          <a:bodyPr/>
          <a:lstStyle/>
          <a:p>
            <a:pPr>
              <a:defRPr/>
            </a:pPr>
            <a:endParaRPr lang="en-US">
              <a:solidFill>
                <a:prstClr val="black">
                  <a:tint val="82000"/>
                </a:prstClr>
              </a:solidFill>
            </a:endParaRPr>
          </a:p>
        </p:txBody>
      </p:sp>
      <p:sp>
        <p:nvSpPr>
          <p:cNvPr id="5" name="Slide Number Placeholder 4">
            <a:extLst>
              <a:ext uri="{FF2B5EF4-FFF2-40B4-BE49-F238E27FC236}">
                <a16:creationId xmlns:a16="http://schemas.microsoft.com/office/drawing/2014/main" id="{4122400E-2DA3-969B-04F3-39AED3891CA3}"/>
              </a:ext>
            </a:extLst>
          </p:cNvPr>
          <p:cNvSpPr>
            <a:spLocks noGrp="1"/>
          </p:cNvSpPr>
          <p:nvPr>
            <p:ph type="sldNum" sz="quarter" idx="12"/>
          </p:nvPr>
        </p:nvSpPr>
        <p:spPr/>
        <p:txBody>
          <a:bodyPr/>
          <a:lstStyle/>
          <a:p>
            <a:fld id="{F89A8F42-18FF-4A99-9D1A-D848586D4CBF}"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7343090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CCF34B-2DBC-23A6-CCAD-1C8BF7DE7483}"/>
              </a:ext>
            </a:extLst>
          </p:cNvPr>
          <p:cNvSpPr>
            <a:spLocks noGrp="1"/>
          </p:cNvSpPr>
          <p:nvPr>
            <p:ph type="dt" sz="half" idx="10"/>
          </p:nvPr>
        </p:nvSpPr>
        <p:spPr/>
        <p:txBody>
          <a:bodyPr/>
          <a:lstStyle/>
          <a:p>
            <a:pPr>
              <a:defRPr/>
            </a:pPr>
            <a:endParaRPr lang="en-US">
              <a:solidFill>
                <a:prstClr val="black">
                  <a:tint val="82000"/>
                </a:prstClr>
              </a:solidFill>
            </a:endParaRPr>
          </a:p>
        </p:txBody>
      </p:sp>
      <p:sp>
        <p:nvSpPr>
          <p:cNvPr id="3" name="Footer Placeholder 2">
            <a:extLst>
              <a:ext uri="{FF2B5EF4-FFF2-40B4-BE49-F238E27FC236}">
                <a16:creationId xmlns:a16="http://schemas.microsoft.com/office/drawing/2014/main" id="{30EB40B3-8C85-382E-6973-6FD608B326A5}"/>
              </a:ext>
            </a:extLst>
          </p:cNvPr>
          <p:cNvSpPr>
            <a:spLocks noGrp="1"/>
          </p:cNvSpPr>
          <p:nvPr>
            <p:ph type="ftr" sz="quarter" idx="11"/>
          </p:nvPr>
        </p:nvSpPr>
        <p:spPr/>
        <p:txBody>
          <a:bodyPr/>
          <a:lstStyle/>
          <a:p>
            <a:pPr>
              <a:defRPr/>
            </a:pPr>
            <a:endParaRPr lang="en-US">
              <a:solidFill>
                <a:prstClr val="black">
                  <a:tint val="82000"/>
                </a:prstClr>
              </a:solidFill>
            </a:endParaRPr>
          </a:p>
        </p:txBody>
      </p:sp>
      <p:sp>
        <p:nvSpPr>
          <p:cNvPr id="4" name="Slide Number Placeholder 3">
            <a:extLst>
              <a:ext uri="{FF2B5EF4-FFF2-40B4-BE49-F238E27FC236}">
                <a16:creationId xmlns:a16="http://schemas.microsoft.com/office/drawing/2014/main" id="{34F71560-D457-1AB6-AA7D-0ABF234024CC}"/>
              </a:ext>
            </a:extLst>
          </p:cNvPr>
          <p:cNvSpPr>
            <a:spLocks noGrp="1"/>
          </p:cNvSpPr>
          <p:nvPr>
            <p:ph type="sldNum" sz="quarter" idx="12"/>
          </p:nvPr>
        </p:nvSpPr>
        <p:spPr/>
        <p:txBody>
          <a:bodyPr/>
          <a:lstStyle/>
          <a:p>
            <a:fld id="{6F73521D-D86A-4C11-A4E3-15CBCEA2C6ED}"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9895199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62BDC-570A-9594-F51C-2B96A3B833FD}"/>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E43A736-B340-0DCC-06C3-1EF46D860260}"/>
              </a:ext>
            </a:extLst>
          </p:cNvPr>
          <p:cNvSpPr>
            <a:spLocks noGrp="1"/>
          </p:cNvSpPr>
          <p:nvPr>
            <p:ph idx="1"/>
          </p:nvPr>
        </p:nvSpPr>
        <p:spPr>
          <a:xfrm>
            <a:off x="5183188" y="98743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0E26F8-9AF4-D847-57D9-616CD6608AE0}"/>
              </a:ext>
            </a:extLst>
          </p:cNvPr>
          <p:cNvSpPr>
            <a:spLocks noGrp="1"/>
          </p:cNvSpPr>
          <p:nvPr>
            <p:ph type="body" sz="half" idx="2"/>
          </p:nvPr>
        </p:nvSpPr>
        <p:spPr>
          <a:xfrm>
            <a:off x="839788" y="2057400"/>
            <a:ext cx="3932237" cy="3811588"/>
          </a:xfrm>
        </p:spPr>
        <p:txBody>
          <a:bodyPr/>
          <a:lstStyle>
            <a:lvl1pPr marL="0" indent="0">
              <a:buNone/>
              <a:defRPr sz="1200"/>
            </a:lvl1pPr>
            <a:lvl2pPr marL="342882" indent="0">
              <a:buNone/>
              <a:defRPr sz="1051"/>
            </a:lvl2pPr>
            <a:lvl3pPr marL="685766" indent="0">
              <a:buNone/>
              <a:defRPr sz="900"/>
            </a:lvl3pPr>
            <a:lvl4pPr marL="1028649" indent="0">
              <a:buNone/>
              <a:defRPr sz="751"/>
            </a:lvl4pPr>
            <a:lvl5pPr marL="1371532" indent="0">
              <a:buNone/>
              <a:defRPr sz="751"/>
            </a:lvl5pPr>
            <a:lvl6pPr marL="1714414" indent="0">
              <a:buNone/>
              <a:defRPr sz="751"/>
            </a:lvl6pPr>
            <a:lvl7pPr marL="2057298" indent="0">
              <a:buNone/>
              <a:defRPr sz="751"/>
            </a:lvl7pPr>
            <a:lvl8pPr marL="2400180" indent="0">
              <a:buNone/>
              <a:defRPr sz="751"/>
            </a:lvl8pPr>
            <a:lvl9pPr marL="2743062" indent="0">
              <a:buNone/>
              <a:defRPr sz="751"/>
            </a:lvl9pPr>
          </a:lstStyle>
          <a:p>
            <a:pPr lvl="0"/>
            <a:r>
              <a:rPr lang="en-US"/>
              <a:t>Click to edit Master text styles</a:t>
            </a:r>
          </a:p>
        </p:txBody>
      </p:sp>
      <p:sp>
        <p:nvSpPr>
          <p:cNvPr id="5" name="Date Placeholder 4">
            <a:extLst>
              <a:ext uri="{FF2B5EF4-FFF2-40B4-BE49-F238E27FC236}">
                <a16:creationId xmlns:a16="http://schemas.microsoft.com/office/drawing/2014/main" id="{3C72479E-CD39-35A8-BF62-890C8AC14D95}"/>
              </a:ext>
            </a:extLst>
          </p:cNvPr>
          <p:cNvSpPr>
            <a:spLocks noGrp="1"/>
          </p:cNvSpPr>
          <p:nvPr>
            <p:ph type="dt" sz="half" idx="10"/>
          </p:nvPr>
        </p:nvSpPr>
        <p:spPr/>
        <p:txBody>
          <a:bodyPr/>
          <a:lstStyle/>
          <a:p>
            <a:pPr>
              <a:defRPr/>
            </a:pPr>
            <a:endParaRPr lang="en-US">
              <a:solidFill>
                <a:prstClr val="black">
                  <a:tint val="82000"/>
                </a:prstClr>
              </a:solidFill>
            </a:endParaRPr>
          </a:p>
        </p:txBody>
      </p:sp>
      <p:sp>
        <p:nvSpPr>
          <p:cNvPr id="6" name="Footer Placeholder 5">
            <a:extLst>
              <a:ext uri="{FF2B5EF4-FFF2-40B4-BE49-F238E27FC236}">
                <a16:creationId xmlns:a16="http://schemas.microsoft.com/office/drawing/2014/main" id="{2CB8CFF6-22FD-8393-FB13-52D89A64A9F2}"/>
              </a:ext>
            </a:extLst>
          </p:cNvPr>
          <p:cNvSpPr>
            <a:spLocks noGrp="1"/>
          </p:cNvSpPr>
          <p:nvPr>
            <p:ph type="ftr" sz="quarter" idx="11"/>
          </p:nvPr>
        </p:nvSpPr>
        <p:spPr/>
        <p:txBody>
          <a:bodyPr/>
          <a:lstStyle/>
          <a:p>
            <a:pPr>
              <a:defRPr/>
            </a:pPr>
            <a:endParaRPr lang="en-US">
              <a:solidFill>
                <a:prstClr val="black">
                  <a:tint val="82000"/>
                </a:prstClr>
              </a:solidFill>
            </a:endParaRPr>
          </a:p>
        </p:txBody>
      </p:sp>
      <p:sp>
        <p:nvSpPr>
          <p:cNvPr id="7" name="Slide Number Placeholder 6">
            <a:extLst>
              <a:ext uri="{FF2B5EF4-FFF2-40B4-BE49-F238E27FC236}">
                <a16:creationId xmlns:a16="http://schemas.microsoft.com/office/drawing/2014/main" id="{32657E8D-05F4-53BC-951A-59DF5F891E77}"/>
              </a:ext>
            </a:extLst>
          </p:cNvPr>
          <p:cNvSpPr>
            <a:spLocks noGrp="1"/>
          </p:cNvSpPr>
          <p:nvPr>
            <p:ph type="sldNum" sz="quarter" idx="12"/>
          </p:nvPr>
        </p:nvSpPr>
        <p:spPr/>
        <p:txBody>
          <a:bodyPr/>
          <a:lstStyle/>
          <a:p>
            <a:fld id="{DC69A9A1-A1AD-4761-8D91-8E8F7BF87335}"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21154446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3379A-AAE3-B883-49BF-16CC75293F05}"/>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29A5AC74-AF34-2949-1A54-35A1DAC6D2C7}"/>
              </a:ext>
            </a:extLst>
          </p:cNvPr>
          <p:cNvSpPr>
            <a:spLocks noGrp="1"/>
          </p:cNvSpPr>
          <p:nvPr>
            <p:ph type="pic" idx="1"/>
          </p:nvPr>
        </p:nvSpPr>
        <p:spPr>
          <a:xfrm>
            <a:off x="5183188" y="987435"/>
            <a:ext cx="6172200" cy="4873625"/>
          </a:xfrm>
        </p:spPr>
        <p:txBody>
          <a:bodyPr/>
          <a:lstStyle>
            <a:lvl1pPr marL="0" indent="0">
              <a:buNone/>
              <a:defRPr sz="2400"/>
            </a:lvl1pPr>
            <a:lvl2pPr marL="342882" indent="0">
              <a:buNone/>
              <a:defRPr sz="2100"/>
            </a:lvl2pPr>
            <a:lvl3pPr marL="685766" indent="0">
              <a:buNone/>
              <a:defRPr sz="1800"/>
            </a:lvl3pPr>
            <a:lvl4pPr marL="1028649" indent="0">
              <a:buNone/>
              <a:defRPr sz="1500"/>
            </a:lvl4pPr>
            <a:lvl5pPr marL="1371532" indent="0">
              <a:buNone/>
              <a:defRPr sz="1500"/>
            </a:lvl5pPr>
            <a:lvl6pPr marL="1714414" indent="0">
              <a:buNone/>
              <a:defRPr sz="1500"/>
            </a:lvl6pPr>
            <a:lvl7pPr marL="2057298" indent="0">
              <a:buNone/>
              <a:defRPr sz="1500"/>
            </a:lvl7pPr>
            <a:lvl8pPr marL="2400180" indent="0">
              <a:buNone/>
              <a:defRPr sz="1500"/>
            </a:lvl8pPr>
            <a:lvl9pPr marL="2743062" indent="0">
              <a:buNone/>
              <a:defRPr sz="1500"/>
            </a:lvl9pPr>
          </a:lstStyle>
          <a:p>
            <a:endParaRPr lang="en-US"/>
          </a:p>
        </p:txBody>
      </p:sp>
      <p:sp>
        <p:nvSpPr>
          <p:cNvPr id="4" name="Text Placeholder 3">
            <a:extLst>
              <a:ext uri="{FF2B5EF4-FFF2-40B4-BE49-F238E27FC236}">
                <a16:creationId xmlns:a16="http://schemas.microsoft.com/office/drawing/2014/main" id="{BCE17EC0-52F9-8484-455E-5E4352B75623}"/>
              </a:ext>
            </a:extLst>
          </p:cNvPr>
          <p:cNvSpPr>
            <a:spLocks noGrp="1"/>
          </p:cNvSpPr>
          <p:nvPr>
            <p:ph type="body" sz="half" idx="2"/>
          </p:nvPr>
        </p:nvSpPr>
        <p:spPr>
          <a:xfrm>
            <a:off x="839788" y="2057400"/>
            <a:ext cx="3932237" cy="3811588"/>
          </a:xfrm>
        </p:spPr>
        <p:txBody>
          <a:bodyPr/>
          <a:lstStyle>
            <a:lvl1pPr marL="0" indent="0">
              <a:buNone/>
              <a:defRPr sz="1200"/>
            </a:lvl1pPr>
            <a:lvl2pPr marL="342882" indent="0">
              <a:buNone/>
              <a:defRPr sz="1051"/>
            </a:lvl2pPr>
            <a:lvl3pPr marL="685766" indent="0">
              <a:buNone/>
              <a:defRPr sz="900"/>
            </a:lvl3pPr>
            <a:lvl4pPr marL="1028649" indent="0">
              <a:buNone/>
              <a:defRPr sz="751"/>
            </a:lvl4pPr>
            <a:lvl5pPr marL="1371532" indent="0">
              <a:buNone/>
              <a:defRPr sz="751"/>
            </a:lvl5pPr>
            <a:lvl6pPr marL="1714414" indent="0">
              <a:buNone/>
              <a:defRPr sz="751"/>
            </a:lvl6pPr>
            <a:lvl7pPr marL="2057298" indent="0">
              <a:buNone/>
              <a:defRPr sz="751"/>
            </a:lvl7pPr>
            <a:lvl8pPr marL="2400180" indent="0">
              <a:buNone/>
              <a:defRPr sz="751"/>
            </a:lvl8pPr>
            <a:lvl9pPr marL="2743062" indent="0">
              <a:buNone/>
              <a:defRPr sz="751"/>
            </a:lvl9pPr>
          </a:lstStyle>
          <a:p>
            <a:pPr lvl="0"/>
            <a:r>
              <a:rPr lang="en-US"/>
              <a:t>Click to edit Master text styles</a:t>
            </a:r>
          </a:p>
        </p:txBody>
      </p:sp>
      <p:sp>
        <p:nvSpPr>
          <p:cNvPr id="5" name="Date Placeholder 4">
            <a:extLst>
              <a:ext uri="{FF2B5EF4-FFF2-40B4-BE49-F238E27FC236}">
                <a16:creationId xmlns:a16="http://schemas.microsoft.com/office/drawing/2014/main" id="{C37D4F7C-7B25-BF49-0A1D-62A6E76100BC}"/>
              </a:ext>
            </a:extLst>
          </p:cNvPr>
          <p:cNvSpPr>
            <a:spLocks noGrp="1"/>
          </p:cNvSpPr>
          <p:nvPr>
            <p:ph type="dt" sz="half" idx="10"/>
          </p:nvPr>
        </p:nvSpPr>
        <p:spPr/>
        <p:txBody>
          <a:bodyPr/>
          <a:lstStyle/>
          <a:p>
            <a:pPr>
              <a:defRPr/>
            </a:pPr>
            <a:endParaRPr lang="en-US">
              <a:solidFill>
                <a:prstClr val="black">
                  <a:tint val="82000"/>
                </a:prstClr>
              </a:solidFill>
            </a:endParaRPr>
          </a:p>
        </p:txBody>
      </p:sp>
      <p:sp>
        <p:nvSpPr>
          <p:cNvPr id="6" name="Footer Placeholder 5">
            <a:extLst>
              <a:ext uri="{FF2B5EF4-FFF2-40B4-BE49-F238E27FC236}">
                <a16:creationId xmlns:a16="http://schemas.microsoft.com/office/drawing/2014/main" id="{6B36B06C-0CE8-4569-CA7A-F9FA11B78977}"/>
              </a:ext>
            </a:extLst>
          </p:cNvPr>
          <p:cNvSpPr>
            <a:spLocks noGrp="1"/>
          </p:cNvSpPr>
          <p:nvPr>
            <p:ph type="ftr" sz="quarter" idx="11"/>
          </p:nvPr>
        </p:nvSpPr>
        <p:spPr/>
        <p:txBody>
          <a:bodyPr/>
          <a:lstStyle/>
          <a:p>
            <a:pPr>
              <a:defRPr/>
            </a:pPr>
            <a:endParaRPr lang="en-US">
              <a:solidFill>
                <a:prstClr val="black">
                  <a:tint val="82000"/>
                </a:prstClr>
              </a:solidFill>
            </a:endParaRPr>
          </a:p>
        </p:txBody>
      </p:sp>
      <p:sp>
        <p:nvSpPr>
          <p:cNvPr id="7" name="Slide Number Placeholder 6">
            <a:extLst>
              <a:ext uri="{FF2B5EF4-FFF2-40B4-BE49-F238E27FC236}">
                <a16:creationId xmlns:a16="http://schemas.microsoft.com/office/drawing/2014/main" id="{5930A624-F592-F5D7-1AF2-BDEE9CD8323B}"/>
              </a:ext>
            </a:extLst>
          </p:cNvPr>
          <p:cNvSpPr>
            <a:spLocks noGrp="1"/>
          </p:cNvSpPr>
          <p:nvPr>
            <p:ph type="sldNum" sz="quarter" idx="12"/>
          </p:nvPr>
        </p:nvSpPr>
        <p:spPr/>
        <p:txBody>
          <a:bodyPr/>
          <a:lstStyle/>
          <a:p>
            <a:fld id="{A98C1C20-9B36-4C7E-89B6-AEC660A9B7E8}"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9613813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BC9A7-BF17-84ED-5DB9-FB14756257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8C7679-5895-BE2A-C416-4B4A198729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4023FC-7F0A-49CB-8DF3-7CFF76A0F648}"/>
              </a:ext>
            </a:extLst>
          </p:cNvPr>
          <p:cNvSpPr>
            <a:spLocks noGrp="1"/>
          </p:cNvSpPr>
          <p:nvPr>
            <p:ph type="dt" sz="half" idx="10"/>
          </p:nvPr>
        </p:nvSpPr>
        <p:spPr/>
        <p:txBody>
          <a:bodyPr/>
          <a:lstStyle/>
          <a:p>
            <a:pPr>
              <a:defRPr/>
            </a:pPr>
            <a:endParaRPr lang="en-US">
              <a:solidFill>
                <a:prstClr val="black">
                  <a:tint val="82000"/>
                </a:prstClr>
              </a:solidFill>
            </a:endParaRPr>
          </a:p>
        </p:txBody>
      </p:sp>
      <p:sp>
        <p:nvSpPr>
          <p:cNvPr id="5" name="Footer Placeholder 4">
            <a:extLst>
              <a:ext uri="{FF2B5EF4-FFF2-40B4-BE49-F238E27FC236}">
                <a16:creationId xmlns:a16="http://schemas.microsoft.com/office/drawing/2014/main" id="{419BFC0F-C919-F88A-D5B8-AEA9A7D55D0B}"/>
              </a:ext>
            </a:extLst>
          </p:cNvPr>
          <p:cNvSpPr>
            <a:spLocks noGrp="1"/>
          </p:cNvSpPr>
          <p:nvPr>
            <p:ph type="ftr" sz="quarter" idx="11"/>
          </p:nvPr>
        </p:nvSpPr>
        <p:spPr/>
        <p:txBody>
          <a:bodyPr/>
          <a:lstStyle/>
          <a:p>
            <a:pPr>
              <a:defRPr/>
            </a:pPr>
            <a:endParaRPr lang="en-US">
              <a:solidFill>
                <a:prstClr val="black">
                  <a:tint val="82000"/>
                </a:prstClr>
              </a:solidFill>
            </a:endParaRPr>
          </a:p>
        </p:txBody>
      </p:sp>
      <p:sp>
        <p:nvSpPr>
          <p:cNvPr id="6" name="Slide Number Placeholder 5">
            <a:extLst>
              <a:ext uri="{FF2B5EF4-FFF2-40B4-BE49-F238E27FC236}">
                <a16:creationId xmlns:a16="http://schemas.microsoft.com/office/drawing/2014/main" id="{2788194D-6139-AE2A-8B30-52E39A60F90C}"/>
              </a:ext>
            </a:extLst>
          </p:cNvPr>
          <p:cNvSpPr>
            <a:spLocks noGrp="1"/>
          </p:cNvSpPr>
          <p:nvPr>
            <p:ph type="sldNum" sz="quarter" idx="12"/>
          </p:nvPr>
        </p:nvSpPr>
        <p:spPr/>
        <p:txBody>
          <a:bodyPr/>
          <a:lstStyle/>
          <a:p>
            <a:fld id="{D46D6B51-EA9C-45D3-8591-F57ECBB88ED5}"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17481749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737796-A3B8-5019-D6A5-F69D0AC9E4C3}"/>
              </a:ext>
            </a:extLst>
          </p:cNvPr>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147D51-CC99-80AF-7A4D-E548283332F5}"/>
              </a:ext>
            </a:extLst>
          </p:cNvPr>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94B34-8D11-56E0-D060-0A8991B89528}"/>
              </a:ext>
            </a:extLst>
          </p:cNvPr>
          <p:cNvSpPr>
            <a:spLocks noGrp="1"/>
          </p:cNvSpPr>
          <p:nvPr>
            <p:ph type="dt" sz="half" idx="10"/>
          </p:nvPr>
        </p:nvSpPr>
        <p:spPr/>
        <p:txBody>
          <a:bodyPr/>
          <a:lstStyle/>
          <a:p>
            <a:pPr>
              <a:defRPr/>
            </a:pPr>
            <a:endParaRPr lang="en-US">
              <a:solidFill>
                <a:prstClr val="black">
                  <a:tint val="82000"/>
                </a:prstClr>
              </a:solidFill>
            </a:endParaRPr>
          </a:p>
        </p:txBody>
      </p:sp>
      <p:sp>
        <p:nvSpPr>
          <p:cNvPr id="5" name="Footer Placeholder 4">
            <a:extLst>
              <a:ext uri="{FF2B5EF4-FFF2-40B4-BE49-F238E27FC236}">
                <a16:creationId xmlns:a16="http://schemas.microsoft.com/office/drawing/2014/main" id="{E71E6BC6-8613-6986-504D-3E22E0F18EF2}"/>
              </a:ext>
            </a:extLst>
          </p:cNvPr>
          <p:cNvSpPr>
            <a:spLocks noGrp="1"/>
          </p:cNvSpPr>
          <p:nvPr>
            <p:ph type="ftr" sz="quarter" idx="11"/>
          </p:nvPr>
        </p:nvSpPr>
        <p:spPr/>
        <p:txBody>
          <a:bodyPr/>
          <a:lstStyle/>
          <a:p>
            <a:pPr>
              <a:defRPr/>
            </a:pPr>
            <a:endParaRPr lang="en-US">
              <a:solidFill>
                <a:prstClr val="black">
                  <a:tint val="82000"/>
                </a:prstClr>
              </a:solidFill>
            </a:endParaRPr>
          </a:p>
        </p:txBody>
      </p:sp>
      <p:sp>
        <p:nvSpPr>
          <p:cNvPr id="6" name="Slide Number Placeholder 5">
            <a:extLst>
              <a:ext uri="{FF2B5EF4-FFF2-40B4-BE49-F238E27FC236}">
                <a16:creationId xmlns:a16="http://schemas.microsoft.com/office/drawing/2014/main" id="{75CC10F2-3F23-845D-FADD-A67301E93EF6}"/>
              </a:ext>
            </a:extLst>
          </p:cNvPr>
          <p:cNvSpPr>
            <a:spLocks noGrp="1"/>
          </p:cNvSpPr>
          <p:nvPr>
            <p:ph type="sldNum" sz="quarter" idx="12"/>
          </p:nvPr>
        </p:nvSpPr>
        <p:spPr/>
        <p:txBody>
          <a:bodyPr/>
          <a:lstStyle/>
          <a:p>
            <a:fld id="{C848C767-2B6F-4A56-9783-61A9B99D21C2}"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30071870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60357" y="228600"/>
            <a:ext cx="10687049" cy="685800"/>
          </a:xfrm>
        </p:spPr>
        <p:txBody>
          <a:bodyPr/>
          <a:lstStyle/>
          <a:p>
            <a:r>
              <a:rPr lang="en-US"/>
              <a:t>Click to edit Master title style</a:t>
            </a:r>
          </a:p>
        </p:txBody>
      </p:sp>
      <p:sp>
        <p:nvSpPr>
          <p:cNvPr id="3" name="Table Placeholder 2"/>
          <p:cNvSpPr>
            <a:spLocks noGrp="1"/>
          </p:cNvSpPr>
          <p:nvPr>
            <p:ph type="tbl" idx="1"/>
          </p:nvPr>
        </p:nvSpPr>
        <p:spPr>
          <a:xfrm>
            <a:off x="812800" y="1143000"/>
            <a:ext cx="10566400" cy="4876800"/>
          </a:xfrm>
        </p:spPr>
        <p:txBody>
          <a:bodyPr>
            <a:normAutofit/>
          </a:bodyPr>
          <a:lstStyle/>
          <a:p>
            <a:pPr lvl="0"/>
            <a:endParaRPr lang="en-US" noProof="0"/>
          </a:p>
        </p:txBody>
      </p:sp>
      <p:sp>
        <p:nvSpPr>
          <p:cNvPr id="4" name="Date Placeholder 9">
            <a:extLst>
              <a:ext uri="{FF2B5EF4-FFF2-40B4-BE49-F238E27FC236}">
                <a16:creationId xmlns:a16="http://schemas.microsoft.com/office/drawing/2014/main" id="{97DE24A3-4BD1-EDDA-3426-AE75EA1E9368}"/>
              </a:ext>
            </a:extLst>
          </p:cNvPr>
          <p:cNvSpPr>
            <a:spLocks noGrp="1"/>
          </p:cNvSpPr>
          <p:nvPr>
            <p:ph type="dt" sz="half" idx="10"/>
          </p:nvPr>
        </p:nvSpPr>
        <p:spPr/>
        <p:txBody>
          <a:bodyPr/>
          <a:lstStyle>
            <a:lvl1pPr>
              <a:defRPr/>
            </a:lvl1pPr>
          </a:lstStyle>
          <a:p>
            <a:pPr>
              <a:defRPr/>
            </a:pPr>
            <a:endParaRPr lang="en-US">
              <a:solidFill>
                <a:prstClr val="black">
                  <a:tint val="82000"/>
                </a:prstClr>
              </a:solidFill>
            </a:endParaRPr>
          </a:p>
        </p:txBody>
      </p:sp>
      <p:sp>
        <p:nvSpPr>
          <p:cNvPr id="5" name="Footer Placeholder 21">
            <a:extLst>
              <a:ext uri="{FF2B5EF4-FFF2-40B4-BE49-F238E27FC236}">
                <a16:creationId xmlns:a16="http://schemas.microsoft.com/office/drawing/2014/main" id="{5029CD84-5BAD-45B5-9175-D7A0B8E8A512}"/>
              </a:ext>
            </a:extLst>
          </p:cNvPr>
          <p:cNvSpPr>
            <a:spLocks noGrp="1"/>
          </p:cNvSpPr>
          <p:nvPr>
            <p:ph type="ftr" sz="quarter" idx="11"/>
          </p:nvPr>
        </p:nvSpPr>
        <p:spPr/>
        <p:txBody>
          <a:bodyPr/>
          <a:lstStyle>
            <a:lvl1pPr>
              <a:defRPr/>
            </a:lvl1pPr>
          </a:lstStyle>
          <a:p>
            <a:pPr>
              <a:defRPr/>
            </a:pPr>
            <a:endParaRPr lang="en-US">
              <a:solidFill>
                <a:prstClr val="black">
                  <a:tint val="82000"/>
                </a:prstClr>
              </a:solidFill>
            </a:endParaRPr>
          </a:p>
        </p:txBody>
      </p:sp>
      <p:sp>
        <p:nvSpPr>
          <p:cNvPr id="6" name="Slide Number Placeholder 17">
            <a:extLst>
              <a:ext uri="{FF2B5EF4-FFF2-40B4-BE49-F238E27FC236}">
                <a16:creationId xmlns:a16="http://schemas.microsoft.com/office/drawing/2014/main" id="{5AF30C9C-DE12-89DC-15F2-2CE7C58DF092}"/>
              </a:ext>
            </a:extLst>
          </p:cNvPr>
          <p:cNvSpPr>
            <a:spLocks noGrp="1"/>
          </p:cNvSpPr>
          <p:nvPr>
            <p:ph type="sldNum" sz="quarter" idx="12"/>
          </p:nvPr>
        </p:nvSpPr>
        <p:spPr/>
        <p:txBody>
          <a:bodyPr/>
          <a:lstStyle>
            <a:lvl1pPr>
              <a:defRPr/>
            </a:lvl1pPr>
          </a:lstStyle>
          <a:p>
            <a:fld id="{FFEC9F63-F2A7-481B-B9AE-F90A620A7E33}"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2334280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E8E80B-393A-4A8F-BB45-CC9059AEEE0B}"/>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9D14635-C1C4-4488-A530-5451CAC26F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9BABAC-B4C0-4BEA-BE54-2FB538CC9F1A}"/>
              </a:ext>
            </a:extLst>
          </p:cNvPr>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6979ED-A582-43ED-81AB-679805B611AF}" type="datetime1">
              <a:rPr lang="en-US" smtClean="0"/>
              <a:t>2/21/2026</a:t>
            </a:fld>
            <a:endParaRPr lang="en-US"/>
          </a:p>
        </p:txBody>
      </p:sp>
      <p:sp>
        <p:nvSpPr>
          <p:cNvPr id="5" name="Footer Placeholder 4">
            <a:extLst>
              <a:ext uri="{FF2B5EF4-FFF2-40B4-BE49-F238E27FC236}">
                <a16:creationId xmlns:a16="http://schemas.microsoft.com/office/drawing/2014/main" id="{F3B19B55-FAE7-4C0A-AEC3-1ED5954255B0}"/>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601485-14AB-4CC0-90D2-3A0FE20A9202}"/>
              </a:ext>
            </a:extLst>
          </p:cNvPr>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E735DC-365B-4A8A-8206-6A8F226C6312}" type="slidenum">
              <a:rPr lang="en-US" smtClean="0"/>
              <a:t>‹#›</a:t>
            </a:fld>
            <a:endParaRPr lang="en-US"/>
          </a:p>
        </p:txBody>
      </p:sp>
    </p:spTree>
    <p:extLst>
      <p:ext uri="{BB962C8B-B14F-4D97-AF65-F5344CB8AC3E}">
        <p14:creationId xmlns:p14="http://schemas.microsoft.com/office/powerpoint/2010/main" val="15666457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32A969-2DDB-38CE-1803-41D71E530680}"/>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9C466B-9439-443F-7519-14F68EB779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ED4E0F-1C1A-A70E-054D-F6592362FF61}"/>
              </a:ext>
            </a:extLst>
          </p:cNvPr>
          <p:cNvSpPr>
            <a:spLocks noGrp="1"/>
          </p:cNvSpPr>
          <p:nvPr>
            <p:ph type="dt" sz="half" idx="2"/>
          </p:nvPr>
        </p:nvSpPr>
        <p:spPr>
          <a:xfrm>
            <a:off x="838200" y="6356356"/>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endParaRPr lang="en-US"/>
          </a:p>
        </p:txBody>
      </p:sp>
      <p:sp>
        <p:nvSpPr>
          <p:cNvPr id="5" name="Footer Placeholder 4">
            <a:extLst>
              <a:ext uri="{FF2B5EF4-FFF2-40B4-BE49-F238E27FC236}">
                <a16:creationId xmlns:a16="http://schemas.microsoft.com/office/drawing/2014/main" id="{97B2EA14-2D9B-F9B7-FBC6-85983003FE26}"/>
              </a:ext>
            </a:extLst>
          </p:cNvPr>
          <p:cNvSpPr>
            <a:spLocks noGrp="1"/>
          </p:cNvSpPr>
          <p:nvPr>
            <p:ph type="ftr" sz="quarter" idx="3"/>
          </p:nvPr>
        </p:nvSpPr>
        <p:spPr>
          <a:xfrm>
            <a:off x="4038600" y="6356356"/>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F65F6907-BC9A-9DFB-F771-366742FF3F93}"/>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CE5E9A08-9077-403E-A7E9-995AC34B0DBA}" type="slidenum">
              <a:rPr lang="en-US" altLang="en-US" smtClean="0"/>
              <a:pPr/>
              <a:t>‹#›</a:t>
            </a:fld>
            <a:endParaRPr lang="en-US" altLang="en-US"/>
          </a:p>
        </p:txBody>
      </p:sp>
    </p:spTree>
    <p:extLst>
      <p:ext uri="{BB962C8B-B14F-4D97-AF65-F5344CB8AC3E}">
        <p14:creationId xmlns:p14="http://schemas.microsoft.com/office/powerpoint/2010/main" val="590590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472BD3-2E2A-A6CC-3B92-1F0CB80833C5}"/>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2A9DBC-20EB-1DB5-50EC-64ACA8629F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19AFA7-B4A2-61D7-A044-7A4B5EF7F016}"/>
              </a:ext>
            </a:extLst>
          </p:cNvPr>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B6D53A-65F0-49CA-8FEC-A1D575AC9855}" type="datetimeFigureOut">
              <a:rPr lang="en-US" smtClean="0"/>
              <a:t>2/21/2026</a:t>
            </a:fld>
            <a:endParaRPr lang="en-US"/>
          </a:p>
        </p:txBody>
      </p:sp>
      <p:sp>
        <p:nvSpPr>
          <p:cNvPr id="5" name="Footer Placeholder 4">
            <a:extLst>
              <a:ext uri="{FF2B5EF4-FFF2-40B4-BE49-F238E27FC236}">
                <a16:creationId xmlns:a16="http://schemas.microsoft.com/office/drawing/2014/main" id="{4F9EC008-508B-DC36-B005-608B7F6AA7DF}"/>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1E05E6-77D1-DDEB-9FDC-BF8BF3E26BEF}"/>
              </a:ext>
            </a:extLst>
          </p:cNvPr>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0052D6-23A7-4907-ADDC-CFA682C15F59}" type="slidenum">
              <a:rPr lang="en-US" smtClean="0"/>
              <a:t>‹#›</a:t>
            </a:fld>
            <a:endParaRPr lang="en-US"/>
          </a:p>
        </p:txBody>
      </p:sp>
    </p:spTree>
    <p:extLst>
      <p:ext uri="{BB962C8B-B14F-4D97-AF65-F5344CB8AC3E}">
        <p14:creationId xmlns:p14="http://schemas.microsoft.com/office/powerpoint/2010/main" val="306640477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32A969-2DDB-38CE-1803-41D71E530680}"/>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9C466B-9439-443F-7519-14F68EB779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ED4E0F-1C1A-A70E-054D-F6592362FF61}"/>
              </a:ext>
            </a:extLst>
          </p:cNvPr>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900">
                <a:solidFill>
                  <a:schemeClr val="tx1">
                    <a:tint val="82000"/>
                  </a:schemeClr>
                </a:solidFill>
                <a:latin typeface="Times New Roman" panose="02020603050405020304" pitchFamily="18" charset="0"/>
                <a:cs typeface="Times New Roman" panose="02020603050405020304" pitchFamily="18" charset="0"/>
              </a:defRPr>
            </a:lvl1pPr>
          </a:lstStyle>
          <a:p>
            <a:pPr>
              <a:defRPr/>
            </a:pPr>
            <a:endParaRPr lang="en-US">
              <a:solidFill>
                <a:prstClr val="black">
                  <a:tint val="82000"/>
                </a:prstClr>
              </a:solidFill>
            </a:endParaRPr>
          </a:p>
        </p:txBody>
      </p:sp>
      <p:sp>
        <p:nvSpPr>
          <p:cNvPr id="5" name="Footer Placeholder 4">
            <a:extLst>
              <a:ext uri="{FF2B5EF4-FFF2-40B4-BE49-F238E27FC236}">
                <a16:creationId xmlns:a16="http://schemas.microsoft.com/office/drawing/2014/main" id="{97B2EA14-2D9B-F9B7-FBC6-85983003FE26}"/>
              </a:ext>
            </a:extLst>
          </p:cNvPr>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900">
                <a:solidFill>
                  <a:schemeClr val="tx1">
                    <a:tint val="82000"/>
                  </a:schemeClr>
                </a:solidFill>
                <a:latin typeface="Times New Roman" panose="02020603050405020304" pitchFamily="18" charset="0"/>
                <a:cs typeface="Times New Roman" panose="02020603050405020304" pitchFamily="18" charset="0"/>
              </a:defRPr>
            </a:lvl1pPr>
          </a:lstStyle>
          <a:p>
            <a:pPr>
              <a:defRPr/>
            </a:pPr>
            <a:endParaRPr lang="en-US">
              <a:solidFill>
                <a:prstClr val="black">
                  <a:tint val="82000"/>
                </a:prstClr>
              </a:solidFill>
            </a:endParaRPr>
          </a:p>
        </p:txBody>
      </p:sp>
      <p:sp>
        <p:nvSpPr>
          <p:cNvPr id="6" name="Slide Number Placeholder 5">
            <a:extLst>
              <a:ext uri="{FF2B5EF4-FFF2-40B4-BE49-F238E27FC236}">
                <a16:creationId xmlns:a16="http://schemas.microsoft.com/office/drawing/2014/main" id="{F65F6907-BC9A-9DFB-F771-366742FF3F93}"/>
              </a:ext>
            </a:extLst>
          </p:cNvPr>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900">
                <a:solidFill>
                  <a:schemeClr val="tx1">
                    <a:tint val="82000"/>
                  </a:schemeClr>
                </a:solidFill>
                <a:latin typeface="Times New Roman" panose="02020603050405020304" pitchFamily="18" charset="0"/>
                <a:cs typeface="Times New Roman" panose="02020603050405020304" pitchFamily="18" charset="0"/>
              </a:defRPr>
            </a:lvl1pPr>
          </a:lstStyle>
          <a:p>
            <a:fld id="{CE5E9A08-9077-403E-A7E9-995AC34B0DBA}" type="slidenum">
              <a:rPr lang="en-US" altLang="en-US" smtClean="0">
                <a:solidFill>
                  <a:prstClr val="black">
                    <a:tint val="82000"/>
                  </a:prstClr>
                </a:solidFill>
              </a:rPr>
              <a:pPr/>
              <a:t>‹#›</a:t>
            </a:fld>
            <a:endParaRPr lang="en-US" altLang="en-US">
              <a:solidFill>
                <a:prstClr val="black">
                  <a:tint val="82000"/>
                </a:prstClr>
              </a:solidFill>
            </a:endParaRPr>
          </a:p>
        </p:txBody>
      </p:sp>
    </p:spTree>
    <p:extLst>
      <p:ext uri="{BB962C8B-B14F-4D97-AF65-F5344CB8AC3E}">
        <p14:creationId xmlns:p14="http://schemas.microsoft.com/office/powerpoint/2010/main" val="115351444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l" defTabSz="685766" rtl="0" eaLnBrk="1" latinLnBrk="0" hangingPunct="1">
        <a:lnSpc>
          <a:spcPct val="90000"/>
        </a:lnSpc>
        <a:spcBef>
          <a:spcPct val="0"/>
        </a:spcBef>
        <a:buNone/>
        <a:defRPr sz="33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171442" indent="-171442" algn="l" defTabSz="685766" rtl="0" eaLnBrk="1" latinLnBrk="0" hangingPunct="1">
        <a:lnSpc>
          <a:spcPct val="90000"/>
        </a:lnSpc>
        <a:spcBef>
          <a:spcPts val="751"/>
        </a:spcBef>
        <a:buFont typeface="Arial" panose="020B0604020202020204" pitchFamily="34" charset="0"/>
        <a:buChar char="•"/>
        <a:defRPr sz="2100" kern="1200">
          <a:solidFill>
            <a:schemeClr val="tx1"/>
          </a:solidFill>
          <a:latin typeface="Times New Roman" panose="02020603050405020304" pitchFamily="18" charset="0"/>
          <a:ea typeface="+mn-ea"/>
          <a:cs typeface="Times New Roman" panose="02020603050405020304" pitchFamily="18" charset="0"/>
        </a:defRPr>
      </a:lvl1pPr>
      <a:lvl2pPr marL="514326" indent="-171442" algn="l" defTabSz="685766" rtl="0" eaLnBrk="1" latinLnBrk="0" hangingPunct="1">
        <a:lnSpc>
          <a:spcPct val="90000"/>
        </a:lnSpc>
        <a:spcBef>
          <a:spcPts val="375"/>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857208" indent="-171442" algn="l" defTabSz="685766" rtl="0" eaLnBrk="1" latinLnBrk="0" hangingPunct="1">
        <a:lnSpc>
          <a:spcPct val="90000"/>
        </a:lnSpc>
        <a:spcBef>
          <a:spcPts val="375"/>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3pPr>
      <a:lvl4pPr marL="1200091"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Times New Roman" panose="02020603050405020304" pitchFamily="18" charset="0"/>
          <a:ea typeface="+mn-ea"/>
          <a:cs typeface="Times New Roman" panose="02020603050405020304" pitchFamily="18" charset="0"/>
        </a:defRPr>
      </a:lvl4pPr>
      <a:lvl5pPr marL="1542973"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Times New Roman" panose="02020603050405020304" pitchFamily="18" charset="0"/>
          <a:ea typeface="+mn-ea"/>
          <a:cs typeface="Times New Roman" panose="02020603050405020304" pitchFamily="18" charset="0"/>
        </a:defRPr>
      </a:lvl5pPr>
      <a:lvl6pPr marL="1885857"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06"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66" rtl="0" eaLnBrk="1" latinLnBrk="0" hangingPunct="1">
        <a:defRPr sz="1351" kern="1200">
          <a:solidFill>
            <a:schemeClr val="tx1"/>
          </a:solidFill>
          <a:latin typeface="+mn-lt"/>
          <a:ea typeface="+mn-ea"/>
          <a:cs typeface="+mn-cs"/>
        </a:defRPr>
      </a:lvl1pPr>
      <a:lvl2pPr marL="342882" algn="l" defTabSz="685766" rtl="0" eaLnBrk="1" latinLnBrk="0" hangingPunct="1">
        <a:defRPr sz="1351" kern="1200">
          <a:solidFill>
            <a:schemeClr val="tx1"/>
          </a:solidFill>
          <a:latin typeface="+mn-lt"/>
          <a:ea typeface="+mn-ea"/>
          <a:cs typeface="+mn-cs"/>
        </a:defRPr>
      </a:lvl2pPr>
      <a:lvl3pPr marL="685766" algn="l" defTabSz="685766" rtl="0" eaLnBrk="1" latinLnBrk="0" hangingPunct="1">
        <a:defRPr sz="1351" kern="1200">
          <a:solidFill>
            <a:schemeClr val="tx1"/>
          </a:solidFill>
          <a:latin typeface="+mn-lt"/>
          <a:ea typeface="+mn-ea"/>
          <a:cs typeface="+mn-cs"/>
        </a:defRPr>
      </a:lvl3pPr>
      <a:lvl4pPr marL="1028649" algn="l" defTabSz="685766" rtl="0" eaLnBrk="1" latinLnBrk="0" hangingPunct="1">
        <a:defRPr sz="1351" kern="1200">
          <a:solidFill>
            <a:schemeClr val="tx1"/>
          </a:solidFill>
          <a:latin typeface="+mn-lt"/>
          <a:ea typeface="+mn-ea"/>
          <a:cs typeface="+mn-cs"/>
        </a:defRPr>
      </a:lvl4pPr>
      <a:lvl5pPr marL="1371532" algn="l" defTabSz="685766" rtl="0" eaLnBrk="1" latinLnBrk="0" hangingPunct="1">
        <a:defRPr sz="1351" kern="1200">
          <a:solidFill>
            <a:schemeClr val="tx1"/>
          </a:solidFill>
          <a:latin typeface="+mn-lt"/>
          <a:ea typeface="+mn-ea"/>
          <a:cs typeface="+mn-cs"/>
        </a:defRPr>
      </a:lvl5pPr>
      <a:lvl6pPr marL="1714414" algn="l" defTabSz="685766" rtl="0" eaLnBrk="1" latinLnBrk="0" hangingPunct="1">
        <a:defRPr sz="1351" kern="1200">
          <a:solidFill>
            <a:schemeClr val="tx1"/>
          </a:solidFill>
          <a:latin typeface="+mn-lt"/>
          <a:ea typeface="+mn-ea"/>
          <a:cs typeface="+mn-cs"/>
        </a:defRPr>
      </a:lvl6pPr>
      <a:lvl7pPr marL="2057298" algn="l" defTabSz="685766" rtl="0" eaLnBrk="1" latinLnBrk="0" hangingPunct="1">
        <a:defRPr sz="1351" kern="1200">
          <a:solidFill>
            <a:schemeClr val="tx1"/>
          </a:solidFill>
          <a:latin typeface="+mn-lt"/>
          <a:ea typeface="+mn-ea"/>
          <a:cs typeface="+mn-cs"/>
        </a:defRPr>
      </a:lvl7pPr>
      <a:lvl8pPr marL="2400180" algn="l" defTabSz="685766" rtl="0" eaLnBrk="1" latinLnBrk="0" hangingPunct="1">
        <a:defRPr sz="1351" kern="1200">
          <a:solidFill>
            <a:schemeClr val="tx1"/>
          </a:solidFill>
          <a:latin typeface="+mn-lt"/>
          <a:ea typeface="+mn-ea"/>
          <a:cs typeface="+mn-cs"/>
        </a:defRPr>
      </a:lvl8pPr>
      <a:lvl9pPr marL="2743062" algn="l" defTabSz="685766"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35.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36.xml"/><Relationship Id="rId4" Type="http://schemas.openxmlformats.org/officeDocument/2006/relationships/hyperlink" Target="https://interviewnoodle.com/exception-in-java-89a0b41e0c45"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175" name="Straight Connector 7174">
            <a:extLst>
              <a:ext uri="{FF2B5EF4-FFF2-40B4-BE49-F238E27FC236}">
                <a16:creationId xmlns:a16="http://schemas.microsoft.com/office/drawing/2014/main" id="{7667AA61-5C27-F30F-D229-06CBE5709F33}"/>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3CF730C-C8E2-C608-3646-805B89D98F5C}"/>
              </a:ext>
            </a:extLst>
          </p:cNvPr>
          <p:cNvSpPr>
            <a:spLocks noGrp="1"/>
          </p:cNvSpPr>
          <p:nvPr>
            <p:ph type="sldNum" sz="quarter" idx="12"/>
          </p:nvPr>
        </p:nvSpPr>
        <p:spPr>
          <a:xfrm>
            <a:off x="8610600" y="6356353"/>
            <a:ext cx="2743200" cy="365125"/>
          </a:xfrm>
        </p:spPr>
        <p:txBody>
          <a:bodyPr vert="horz" lIns="91440" tIns="45720" rIns="91440" bIns="45720" rtlCol="0" anchor="ctr">
            <a:normAutofit/>
          </a:bodyPr>
          <a:lstStyle/>
          <a:p>
            <a:pPr>
              <a:spcAft>
                <a:spcPts val="600"/>
              </a:spcAft>
              <a:defRPr/>
            </a:pPr>
            <a:fld id="{18E735DC-365B-4A8A-8206-6A8F226C6312}" type="slidenum">
              <a:rPr lang="en-US">
                <a:solidFill>
                  <a:prstClr val="black">
                    <a:tint val="75000"/>
                  </a:prstClr>
                </a:solidFill>
                <a:latin typeface="Calibri" panose="020F0502020204030204"/>
              </a:rPr>
              <a:pPr>
                <a:spcAft>
                  <a:spcPts val="600"/>
                </a:spcAft>
                <a:defRPr/>
              </a:pPr>
              <a:t>1</a:t>
            </a:fld>
            <a:endParaRPr lang="en-US">
              <a:solidFill>
                <a:prstClr val="black">
                  <a:tint val="75000"/>
                </a:prstClr>
              </a:solidFill>
              <a:latin typeface="Calibri" panose="020F0502020204030204"/>
            </a:endParaRPr>
          </a:p>
        </p:txBody>
      </p:sp>
      <p:sp>
        <p:nvSpPr>
          <p:cNvPr id="2" name="Title 1"/>
          <p:cNvSpPr>
            <a:spLocks noGrp="1"/>
          </p:cNvSpPr>
          <p:nvPr>
            <p:ph type="title"/>
          </p:nvPr>
        </p:nvSpPr>
        <p:spPr/>
        <p:txBody>
          <a:bodyPr/>
          <a:lstStyle/>
          <a:p>
            <a:endParaRPr lang="en-US" dirty="0"/>
          </a:p>
        </p:txBody>
      </p:sp>
      <p:grpSp>
        <p:nvGrpSpPr>
          <p:cNvPr id="6" name="Group 5"/>
          <p:cNvGrpSpPr/>
          <p:nvPr/>
        </p:nvGrpSpPr>
        <p:grpSpPr>
          <a:xfrm>
            <a:off x="0" y="0"/>
            <a:ext cx="12294454" cy="6858000"/>
            <a:chOff x="0" y="0"/>
            <a:chExt cx="12294454" cy="6858000"/>
          </a:xfrm>
        </p:grpSpPr>
        <p:pic>
          <p:nvPicPr>
            <p:cNvPr id="7" name="Picture 2"/>
            <p:cNvPicPr>
              <a:picLocks noChangeAspect="1"/>
            </p:cNvPicPr>
            <p:nvPr/>
          </p:nvPicPr>
          <p:blipFill>
            <a:blip r:embed="rId2"/>
            <a:stretch>
              <a:fillRect/>
            </a:stretch>
          </p:blipFill>
          <p:spPr>
            <a:xfrm>
              <a:off x="0" y="0"/>
              <a:ext cx="12294454" cy="6858000"/>
            </a:xfrm>
            <a:prstGeom prst="rect">
              <a:avLst/>
            </a:prstGeom>
          </p:spPr>
        </p:pic>
        <p:pic>
          <p:nvPicPr>
            <p:cNvPr id="3" name="Picture 2"/>
            <p:cNvPicPr>
              <a:picLocks noChangeAspect="1"/>
            </p:cNvPicPr>
            <p:nvPr/>
          </p:nvPicPr>
          <p:blipFill>
            <a:blip r:embed="rId3"/>
            <a:stretch>
              <a:fillRect/>
            </a:stretch>
          </p:blipFill>
          <p:spPr>
            <a:xfrm>
              <a:off x="10672006" y="6605337"/>
              <a:ext cx="1598379" cy="252663"/>
            </a:xfrm>
            <a:prstGeom prst="rect">
              <a:avLst/>
            </a:prstGeom>
          </p:spPr>
        </p:pic>
      </p:grpSp>
    </p:spTree>
    <p:extLst>
      <p:ext uri="{BB962C8B-B14F-4D97-AF65-F5344CB8AC3E}">
        <p14:creationId xmlns:p14="http://schemas.microsoft.com/office/powerpoint/2010/main" val="31152961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52" name="Rectangle 10251">
            <a:extLst>
              <a:ext uri="{FF2B5EF4-FFF2-40B4-BE49-F238E27FC236}">
                <a16:creationId xmlns:a16="http://schemas.microsoft.com/office/drawing/2014/main" id="{74751229-0244-4FBB-BED1-407467F4C95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5" y="0"/>
            <a:ext cx="914171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3074" name="Rectangle 2">
            <a:extLst>
              <a:ext uri="{FF2B5EF4-FFF2-40B4-BE49-F238E27FC236}">
                <a16:creationId xmlns:a16="http://schemas.microsoft.com/office/drawing/2014/main" id="{E2E24C51-BA0B-08AE-B911-B1A839A04EAB}"/>
              </a:ext>
            </a:extLst>
          </p:cNvPr>
          <p:cNvSpPr>
            <a:spLocks noGrp="1" noChangeArrowheads="1"/>
          </p:cNvSpPr>
          <p:nvPr>
            <p:ph type="ctrTitle"/>
          </p:nvPr>
        </p:nvSpPr>
        <p:spPr>
          <a:xfrm>
            <a:off x="2798823" y="735289"/>
            <a:ext cx="4106804" cy="3165045"/>
          </a:xfrm>
        </p:spPr>
        <p:txBody>
          <a:bodyPr anchor="b">
            <a:normAutofit/>
          </a:bodyPr>
          <a:lstStyle/>
          <a:p>
            <a:pPr algn="l"/>
            <a:r>
              <a:rPr lang="en-US" altLang="en-US" sz="4200" dirty="0" smtClean="0"/>
              <a:t>Advanced Programming Applications </a:t>
            </a:r>
            <a:endParaRPr lang="en-US" altLang="en-US" sz="4200" dirty="0"/>
          </a:p>
        </p:txBody>
      </p:sp>
      <p:sp>
        <p:nvSpPr>
          <p:cNvPr id="10243" name="Rectangle 3">
            <a:extLst>
              <a:ext uri="{FF2B5EF4-FFF2-40B4-BE49-F238E27FC236}">
                <a16:creationId xmlns:a16="http://schemas.microsoft.com/office/drawing/2014/main" id="{8F17E628-BC43-0345-F5F4-463B2C98AFCA}"/>
              </a:ext>
            </a:extLst>
          </p:cNvPr>
          <p:cNvSpPr>
            <a:spLocks noGrp="1" noChangeArrowheads="1"/>
          </p:cNvSpPr>
          <p:nvPr>
            <p:ph type="subTitle" idx="1"/>
          </p:nvPr>
        </p:nvSpPr>
        <p:spPr>
          <a:xfrm>
            <a:off x="2801869" y="4050226"/>
            <a:ext cx="3733800" cy="2058657"/>
          </a:xfrm>
        </p:spPr>
        <p:txBody>
          <a:bodyPr>
            <a:normAutofit/>
          </a:bodyPr>
          <a:lstStyle/>
          <a:p>
            <a:pPr algn="l"/>
            <a:r>
              <a:rPr lang="en-US" altLang="en-US" dirty="0"/>
              <a:t>Lecture </a:t>
            </a:r>
            <a:r>
              <a:rPr lang="en-US" altLang="en-US" dirty="0" smtClean="0"/>
              <a:t>03- </a:t>
            </a:r>
            <a:r>
              <a:rPr lang="en-US" altLang="en-US" dirty="0" err="1" smtClean="0"/>
              <a:t>Exeption</a:t>
            </a:r>
            <a:r>
              <a:rPr lang="en-US" altLang="en-US" dirty="0" smtClean="0"/>
              <a:t> Handling</a:t>
            </a:r>
            <a:endParaRPr lang="en-US" altLang="en-US" dirty="0"/>
          </a:p>
        </p:txBody>
      </p:sp>
      <p:pic>
        <p:nvPicPr>
          <p:cNvPr id="10247" name="Graphic 10246" descr="Maze">
            <a:extLst>
              <a:ext uri="{FF2B5EF4-FFF2-40B4-BE49-F238E27FC236}">
                <a16:creationId xmlns:a16="http://schemas.microsoft.com/office/drawing/2014/main" id="{48420D68-ABFE-0EE3-2CBA-1BC36E0F16CF}"/>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1678022" y="2933545"/>
            <a:ext cx="966789" cy="966789"/>
          </a:xfrm>
          <a:prstGeom prst="rect">
            <a:avLst/>
          </a:prstGeom>
        </p:spPr>
      </p:pic>
      <p:pic>
        <p:nvPicPr>
          <p:cNvPr id="10249" name="Graphic 10248" descr="Maze">
            <a:extLst>
              <a:ext uri="{FF2B5EF4-FFF2-40B4-BE49-F238E27FC236}">
                <a16:creationId xmlns:a16="http://schemas.microsoft.com/office/drawing/2014/main" id="{26E7EFA0-FB42-45FD-B4EE-C58A98D22DC3}"/>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15000"/>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6479867" y="1392831"/>
            <a:ext cx="4058507" cy="4058507"/>
          </a:xfrm>
          <a:prstGeom prst="rect">
            <a:avLst/>
          </a:prstGeom>
        </p:spPr>
      </p:pic>
      <p:pic>
        <p:nvPicPr>
          <p:cNvPr id="10245" name="Picture 5" descr="Logo">
            <a:extLst>
              <a:ext uri="{FF2B5EF4-FFF2-40B4-BE49-F238E27FC236}">
                <a16:creationId xmlns:a16="http://schemas.microsoft.com/office/drawing/2014/main" id="{50062FBE-C6A2-FE29-ECF1-AE86F6F6B25E}"/>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1668876" y="27437"/>
            <a:ext cx="966791" cy="10016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578F068-E186-957E-266C-A12900A20C00}"/>
              </a:ext>
            </a:extLst>
          </p:cNvPr>
          <p:cNvSpPr txBox="1"/>
          <p:nvPr/>
        </p:nvSpPr>
        <p:spPr>
          <a:xfrm>
            <a:off x="3352799" y="4928112"/>
            <a:ext cx="5444359" cy="523220"/>
          </a:xfrm>
          <a:prstGeom prst="rect">
            <a:avLst/>
          </a:prstGeom>
          <a:noFill/>
        </p:spPr>
        <p:txBody>
          <a:bodyPr wrap="square" rtlCol="0">
            <a:spAutoFit/>
          </a:bodyPr>
          <a:lstStyle/>
          <a:p>
            <a:r>
              <a:rPr lang="en-US" sz="2800" b="1" dirty="0">
                <a:solidFill>
                  <a:prstClr val="black"/>
                </a:solidFill>
                <a:latin typeface="Monotype Corsiva" panose="03010101010201010101" pitchFamily="66" charset="0"/>
              </a:rPr>
              <a:t>Dr. </a:t>
            </a:r>
            <a:r>
              <a:rPr lang="en-US" sz="2800" b="1" dirty="0" smtClean="0">
                <a:solidFill>
                  <a:prstClr val="black"/>
                </a:solidFill>
                <a:latin typeface="Monotype Corsiva" panose="03010101010201010101" pitchFamily="66" charset="0"/>
              </a:rPr>
              <a:t>Mohamed Mostafa Eltaweel</a:t>
            </a:r>
            <a:endParaRPr lang="en-US" sz="2800" b="1" dirty="0">
              <a:solidFill>
                <a:prstClr val="black"/>
              </a:solidFill>
              <a:latin typeface="Monotype Corsiva" panose="03010101010201010101" pitchFamily="66" charset="0"/>
            </a:endParaRPr>
          </a:p>
        </p:txBody>
      </p:sp>
    </p:spTree>
    <p:extLst>
      <p:ext uri="{BB962C8B-B14F-4D97-AF65-F5344CB8AC3E}">
        <p14:creationId xmlns:p14="http://schemas.microsoft.com/office/powerpoint/2010/main" val="3246856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1282" name="Rectangle 11281">
            <a:extLst>
              <a:ext uri="{FF2B5EF4-FFF2-40B4-BE49-F238E27FC236}">
                <a16:creationId xmlns:a16="http://schemas.microsoft.com/office/drawing/2014/main" id="{79477870-C64A-4E35-8F2F-05B7114F3C7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4098" name="Title 1">
            <a:extLst>
              <a:ext uri="{FF2B5EF4-FFF2-40B4-BE49-F238E27FC236}">
                <a16:creationId xmlns:a16="http://schemas.microsoft.com/office/drawing/2014/main" id="{64242023-4DD8-524B-F948-D86A7842927F}"/>
              </a:ext>
            </a:extLst>
          </p:cNvPr>
          <p:cNvSpPr>
            <a:spLocks noGrp="1"/>
          </p:cNvSpPr>
          <p:nvPr>
            <p:ph type="title"/>
          </p:nvPr>
        </p:nvSpPr>
        <p:spPr>
          <a:xfrm>
            <a:off x="348766" y="761999"/>
            <a:ext cx="4701577" cy="786384"/>
          </a:xfrm>
        </p:spPr>
        <p:txBody>
          <a:bodyPr anchor="b">
            <a:normAutofit/>
          </a:bodyPr>
          <a:lstStyle/>
          <a:p>
            <a:pPr>
              <a:defRPr/>
            </a:pPr>
            <a:r>
              <a:rPr lang="en-US" altLang="en-US" sz="4000" b="1" dirty="0"/>
              <a:t>Course Objectives</a:t>
            </a:r>
          </a:p>
        </p:txBody>
      </p:sp>
      <p:sp>
        <p:nvSpPr>
          <p:cNvPr id="11284" name="!!accent">
            <a:extLst>
              <a:ext uri="{FF2B5EF4-FFF2-40B4-BE49-F238E27FC236}">
                <a16:creationId xmlns:a16="http://schemas.microsoft.com/office/drawing/2014/main" id="{8AEA628B-C8FF-4D0B-B111-F101F580B15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154759" y="431969"/>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11286" name="Rectangle 11285">
            <a:extLst>
              <a:ext uri="{FF2B5EF4-FFF2-40B4-BE49-F238E27FC236}">
                <a16:creationId xmlns:a16="http://schemas.microsoft.com/office/drawing/2014/main" id="{42663BD0-064C-40FC-A331-F49FCA9536A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87879" y="2935541"/>
            <a:ext cx="46634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266" name="Content Placeholder 2">
            <a:extLst>
              <a:ext uri="{FF2B5EF4-FFF2-40B4-BE49-F238E27FC236}">
                <a16:creationId xmlns:a16="http://schemas.microsoft.com/office/drawing/2014/main" id="{EF7F1970-6CED-624A-431F-B4231A9257E4}"/>
              </a:ext>
            </a:extLst>
          </p:cNvPr>
          <p:cNvSpPr>
            <a:spLocks noGrp="1"/>
          </p:cNvSpPr>
          <p:nvPr>
            <p:ph idx="1"/>
          </p:nvPr>
        </p:nvSpPr>
        <p:spPr>
          <a:xfrm>
            <a:off x="348765" y="2107693"/>
            <a:ext cx="8531467" cy="4191001"/>
          </a:xfrm>
          <a:solidFill>
            <a:schemeClr val="bg1"/>
          </a:solidFill>
        </p:spPr>
        <p:txBody>
          <a:bodyPr>
            <a:noAutofit/>
          </a:bodyPr>
          <a:lstStyle/>
          <a:p>
            <a:pPr>
              <a:spcAft>
                <a:spcPts val="600"/>
              </a:spcAft>
            </a:pPr>
            <a:r>
              <a:rPr lang="en-US" sz="2400" dirty="0"/>
              <a:t>Understand different types of problems and problem-solving techniques. </a:t>
            </a:r>
          </a:p>
          <a:p>
            <a:pPr>
              <a:spcAft>
                <a:spcPts val="600"/>
              </a:spcAft>
            </a:pPr>
            <a:r>
              <a:rPr lang="en-US" sz="2400" dirty="0"/>
              <a:t>Understand the problem-solving life cycle. </a:t>
            </a:r>
          </a:p>
          <a:p>
            <a:pPr>
              <a:spcAft>
                <a:spcPts val="600"/>
              </a:spcAft>
            </a:pPr>
            <a:r>
              <a:rPr lang="en-US" sz="2400" dirty="0"/>
              <a:t>Use and understand pseudo-code and flowcharts. </a:t>
            </a:r>
          </a:p>
          <a:p>
            <a:pPr>
              <a:spcAft>
                <a:spcPts val="600"/>
              </a:spcAft>
            </a:pPr>
            <a:r>
              <a:rPr lang="en-US" sz="2400" dirty="0"/>
              <a:t>Understand structured programming, functions, data types, and operators. </a:t>
            </a:r>
          </a:p>
          <a:p>
            <a:pPr>
              <a:spcAft>
                <a:spcPts val="600"/>
              </a:spcAft>
            </a:pPr>
            <a:r>
              <a:rPr lang="en-US" sz="2400" dirty="0"/>
              <a:t>Understand and use different control structures. </a:t>
            </a:r>
          </a:p>
          <a:p>
            <a:pPr>
              <a:spcAft>
                <a:spcPts val="600"/>
              </a:spcAft>
            </a:pPr>
            <a:r>
              <a:rPr lang="en-US" sz="2400" dirty="0"/>
              <a:t>Design and implement different solutions. </a:t>
            </a:r>
          </a:p>
          <a:p>
            <a:pPr>
              <a:spcAft>
                <a:spcPts val="600"/>
              </a:spcAft>
            </a:pPr>
            <a:r>
              <a:rPr lang="en-US" sz="2400" dirty="0"/>
              <a:t>Be able to apply problem analysis and algorithmic thinking. </a:t>
            </a:r>
          </a:p>
        </p:txBody>
      </p:sp>
      <p:pic>
        <p:nvPicPr>
          <p:cNvPr id="11268" name="Picture 11267" descr="Person with idea concept">
            <a:extLst>
              <a:ext uri="{FF2B5EF4-FFF2-40B4-BE49-F238E27FC236}">
                <a16:creationId xmlns:a16="http://schemas.microsoft.com/office/drawing/2014/main" id="{0D1FBA25-D542-C483-1EF1-30D1131D5C2C}"/>
              </a:ext>
            </a:extLst>
          </p:cNvPr>
          <p:cNvPicPr>
            <a:picLocks noChangeAspect="1"/>
          </p:cNvPicPr>
          <p:nvPr/>
        </p:nvPicPr>
        <p:blipFill>
          <a:blip r:embed="rId2"/>
          <a:srcRect l="36565" t="-1" r="36864" b="-1"/>
          <a:stretch/>
        </p:blipFill>
        <p:spPr>
          <a:xfrm>
            <a:off x="9607883" y="12"/>
            <a:ext cx="2584121" cy="6857991"/>
          </a:xfrm>
          <a:prstGeom prst="rect">
            <a:avLst/>
          </a:prstGeom>
        </p:spPr>
      </p:pic>
    </p:spTree>
    <p:extLst>
      <p:ext uri="{BB962C8B-B14F-4D97-AF65-F5344CB8AC3E}">
        <p14:creationId xmlns:p14="http://schemas.microsoft.com/office/powerpoint/2010/main" val="27792361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8299A60D-2E7D-6655-4AD0-13B5E9D57FE7}"/>
            </a:ext>
          </a:extLst>
        </p:cNvPr>
        <p:cNvGrpSpPr/>
        <p:nvPr/>
      </p:nvGrpSpPr>
      <p:grpSpPr>
        <a:xfrm>
          <a:off x="0" y="0"/>
          <a:ext cx="0" cy="0"/>
          <a:chOff x="0" y="0"/>
          <a:chExt cx="0" cy="0"/>
        </a:xfrm>
      </p:grpSpPr>
      <p:sp useBgFill="1">
        <p:nvSpPr>
          <p:cNvPr id="13320" name="Rectangle 13319">
            <a:extLst>
              <a:ext uri="{FF2B5EF4-FFF2-40B4-BE49-F238E27FC236}">
                <a16:creationId xmlns:a16="http://schemas.microsoft.com/office/drawing/2014/main" id="{758E9722-C7CA-6F41-9D2C-B0D5B65EFF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2" name="Rectangle 13321">
            <a:extLst>
              <a:ext uri="{FF2B5EF4-FFF2-40B4-BE49-F238E27FC236}">
                <a16:creationId xmlns:a16="http://schemas.microsoft.com/office/drawing/2014/main" id="{31971DE3-4290-8ABB-C335-DD733CEF2C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
            <a:ext cx="12191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4" name="Rectangle 13323">
            <a:extLst>
              <a:ext uri="{FF2B5EF4-FFF2-40B4-BE49-F238E27FC236}">
                <a16:creationId xmlns:a16="http://schemas.microsoft.com/office/drawing/2014/main" id="{C60CA67D-2680-FA7F-E3ED-0CD82CC77ED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60" y="1"/>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6" name="Rectangle 13325">
            <a:extLst>
              <a:ext uri="{FF2B5EF4-FFF2-40B4-BE49-F238E27FC236}">
                <a16:creationId xmlns:a16="http://schemas.microsoft.com/office/drawing/2014/main" id="{33783040-44FF-74C0-166B-85D05B8A317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prstClr val="white"/>
              </a:solidFill>
              <a:latin typeface="Aptos" panose="02110004020202020204"/>
            </a:endParaRPr>
          </a:p>
        </p:txBody>
      </p:sp>
      <p:sp>
        <p:nvSpPr>
          <p:cNvPr id="7170" name="Rectangle 2">
            <a:extLst>
              <a:ext uri="{FF2B5EF4-FFF2-40B4-BE49-F238E27FC236}">
                <a16:creationId xmlns:a16="http://schemas.microsoft.com/office/drawing/2014/main" id="{8F7AC7FA-6E96-C5EF-A24D-754EABB56200}"/>
              </a:ext>
            </a:extLst>
          </p:cNvPr>
          <p:cNvSpPr>
            <a:spLocks noGrp="1" noChangeArrowheads="1"/>
          </p:cNvSpPr>
          <p:nvPr>
            <p:ph type="title"/>
          </p:nvPr>
        </p:nvSpPr>
        <p:spPr>
          <a:xfrm>
            <a:off x="838202" y="348868"/>
            <a:ext cx="10577420" cy="877729"/>
          </a:xfrm>
        </p:spPr>
        <p:txBody>
          <a:bodyPr anchor="ctr">
            <a:normAutofit/>
          </a:bodyPr>
          <a:lstStyle/>
          <a:p>
            <a:r>
              <a:rPr lang="en-US" altLang="en-US" sz="4400" b="1" dirty="0">
                <a:solidFill>
                  <a:srgbClr val="FFFFFF"/>
                </a:solidFill>
                <a:latin typeface="Times New Roman" panose="02020603050405020304" pitchFamily="18" charset="0"/>
                <a:cs typeface="Times New Roman" panose="02020603050405020304" pitchFamily="18" charset="0"/>
              </a:rPr>
              <a:t>Course Contents</a:t>
            </a:r>
          </a:p>
        </p:txBody>
      </p:sp>
      <p:sp>
        <p:nvSpPr>
          <p:cNvPr id="4" name="Content Placeholder 3">
            <a:extLst>
              <a:ext uri="{FF2B5EF4-FFF2-40B4-BE49-F238E27FC236}">
                <a16:creationId xmlns:a16="http://schemas.microsoft.com/office/drawing/2014/main" id="{425D7671-E06E-5764-77D7-159D56B32FE5}"/>
              </a:ext>
            </a:extLst>
          </p:cNvPr>
          <p:cNvSpPr>
            <a:spLocks noGrp="1"/>
          </p:cNvSpPr>
          <p:nvPr>
            <p:ph idx="1"/>
          </p:nvPr>
        </p:nvSpPr>
        <p:spPr>
          <a:xfrm>
            <a:off x="605727" y="2041063"/>
            <a:ext cx="10515600" cy="4351339"/>
          </a:xfrm>
        </p:spPr>
        <p:txBody>
          <a:bodyPr>
            <a:normAutofit fontScale="70000" lnSpcReduction="20000"/>
          </a:bodyPr>
          <a:lstStyle/>
          <a:p>
            <a:r>
              <a:rPr lang="en-US" sz="3200" dirty="0">
                <a:latin typeface="Times New Roman" panose="02020603050405020304" pitchFamily="18" charset="0"/>
                <a:cs typeface="Times New Roman" panose="02020603050405020304" pitchFamily="18" charset="0"/>
              </a:rPr>
              <a:t>Revision on Conditional Statements, loops, and Arrays	</a:t>
            </a:r>
          </a:p>
          <a:p>
            <a:r>
              <a:rPr lang="en-US" sz="3200" dirty="0">
                <a:latin typeface="Times New Roman" panose="02020603050405020304" pitchFamily="18" charset="0"/>
                <a:cs typeface="Times New Roman" panose="02020603050405020304" pitchFamily="18" charset="0"/>
              </a:rPr>
              <a:t>Functions (Pass by value) 	</a:t>
            </a:r>
          </a:p>
          <a:p>
            <a:r>
              <a:rPr lang="en-US" sz="3200" dirty="0">
                <a:latin typeface="Times New Roman" panose="02020603050405020304" pitchFamily="18" charset="0"/>
                <a:cs typeface="Times New Roman" panose="02020603050405020304" pitchFamily="18" charset="0"/>
              </a:rPr>
              <a:t>Pointers 	</a:t>
            </a:r>
          </a:p>
          <a:p>
            <a:r>
              <a:rPr lang="en-US" sz="3200" dirty="0">
                <a:latin typeface="Times New Roman" panose="02020603050405020304" pitchFamily="18" charset="0"/>
                <a:cs typeface="Times New Roman" panose="02020603050405020304" pitchFamily="18" charset="0"/>
              </a:rPr>
              <a:t>Functions (Pass by Reference) 	</a:t>
            </a:r>
          </a:p>
          <a:p>
            <a:r>
              <a:rPr lang="en-US" sz="3200" dirty="0">
                <a:latin typeface="Times New Roman" panose="02020603050405020304" pitchFamily="18" charset="0"/>
                <a:cs typeface="Times New Roman" panose="02020603050405020304" pitchFamily="18" charset="0"/>
              </a:rPr>
              <a:t>Functions (Recursion) 	</a:t>
            </a:r>
          </a:p>
          <a:p>
            <a:r>
              <a:rPr lang="en-US" sz="3200" dirty="0">
                <a:latin typeface="Times New Roman" panose="02020603050405020304" pitchFamily="18" charset="0"/>
                <a:cs typeface="Times New Roman" panose="02020603050405020304" pitchFamily="18" charset="0"/>
              </a:rPr>
              <a:t>Strings 	</a:t>
            </a:r>
          </a:p>
          <a:p>
            <a:r>
              <a:rPr lang="en-US" sz="3200" dirty="0" err="1">
                <a:latin typeface="Times New Roman" panose="02020603050405020304" pitchFamily="18" charset="0"/>
                <a:cs typeface="Times New Roman" panose="02020603050405020304" pitchFamily="18" charset="0"/>
              </a:rPr>
              <a:t>Structs</a:t>
            </a:r>
            <a:r>
              <a:rPr lang="en-US" sz="3200" dirty="0">
                <a:latin typeface="Times New Roman" panose="02020603050405020304" pitchFamily="18" charset="0"/>
                <a:cs typeface="Times New Roman" panose="02020603050405020304" pitchFamily="18" charset="0"/>
              </a:rPr>
              <a:t> 	</a:t>
            </a:r>
          </a:p>
          <a:p>
            <a:r>
              <a:rPr lang="en-US" sz="3200" dirty="0">
                <a:latin typeface="Times New Roman" panose="02020603050405020304" pitchFamily="18" charset="0"/>
                <a:cs typeface="Times New Roman" panose="02020603050405020304" pitchFamily="18" charset="0"/>
              </a:rPr>
              <a:t>Searching 	</a:t>
            </a:r>
          </a:p>
          <a:p>
            <a:r>
              <a:rPr lang="en-US" sz="3200" dirty="0">
                <a:latin typeface="Times New Roman" panose="02020603050405020304" pitchFamily="18" charset="0"/>
                <a:cs typeface="Times New Roman" panose="02020603050405020304" pitchFamily="18" charset="0"/>
              </a:rPr>
              <a:t>Sorting 	</a:t>
            </a:r>
          </a:p>
          <a:p>
            <a:r>
              <a:rPr lang="en-US" sz="3200" dirty="0">
                <a:latin typeface="Times New Roman" panose="02020603050405020304" pitchFamily="18" charset="0"/>
                <a:cs typeface="Times New Roman" panose="02020603050405020304" pitchFamily="18" charset="0"/>
              </a:rPr>
              <a:t>Files </a:t>
            </a:r>
          </a:p>
          <a:p>
            <a:r>
              <a:rPr lang="en-US" sz="3200" dirty="0">
                <a:latin typeface="Times New Roman" panose="02020603050405020304" pitchFamily="18" charset="0"/>
                <a:cs typeface="Times New Roman" panose="02020603050405020304" pitchFamily="18" charset="0"/>
              </a:rPr>
              <a:t>Problem Solving Case Studies 	</a:t>
            </a:r>
          </a:p>
          <a:p>
            <a:r>
              <a:rPr lang="en-US" sz="3200" dirty="0">
                <a:latin typeface="Times New Roman" panose="02020603050405020304" pitchFamily="18" charset="0"/>
                <a:cs typeface="Times New Roman" panose="02020603050405020304" pitchFamily="18" charset="0"/>
              </a:rPr>
              <a:t>Course Review and Conclusion 	</a:t>
            </a:r>
          </a:p>
        </p:txBody>
      </p:sp>
    </p:spTree>
    <p:extLst>
      <p:ext uri="{BB962C8B-B14F-4D97-AF65-F5344CB8AC3E}">
        <p14:creationId xmlns:p14="http://schemas.microsoft.com/office/powerpoint/2010/main" val="33878862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8299A60D-2E7D-6655-4AD0-13B5E9D57FE7}"/>
            </a:ext>
          </a:extLst>
        </p:cNvPr>
        <p:cNvGrpSpPr/>
        <p:nvPr/>
      </p:nvGrpSpPr>
      <p:grpSpPr>
        <a:xfrm>
          <a:off x="0" y="0"/>
          <a:ext cx="0" cy="0"/>
          <a:chOff x="0" y="0"/>
          <a:chExt cx="0" cy="0"/>
        </a:xfrm>
      </p:grpSpPr>
      <p:sp useBgFill="1">
        <p:nvSpPr>
          <p:cNvPr id="13320" name="Rectangle 13319">
            <a:extLst>
              <a:ext uri="{FF2B5EF4-FFF2-40B4-BE49-F238E27FC236}">
                <a16:creationId xmlns:a16="http://schemas.microsoft.com/office/drawing/2014/main" id="{758E9722-C7CA-6F41-9D2C-B0D5B65EFF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2" name="Rectangle 13321">
            <a:extLst>
              <a:ext uri="{FF2B5EF4-FFF2-40B4-BE49-F238E27FC236}">
                <a16:creationId xmlns:a16="http://schemas.microsoft.com/office/drawing/2014/main" id="{31971DE3-4290-8ABB-C335-DD733CEF2C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
            <a:ext cx="12191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4" name="Rectangle 13323">
            <a:extLst>
              <a:ext uri="{FF2B5EF4-FFF2-40B4-BE49-F238E27FC236}">
                <a16:creationId xmlns:a16="http://schemas.microsoft.com/office/drawing/2014/main" id="{C60CA67D-2680-FA7F-E3ED-0CD82CC77ED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60" y="1"/>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6" name="Rectangle 13325">
            <a:extLst>
              <a:ext uri="{FF2B5EF4-FFF2-40B4-BE49-F238E27FC236}">
                <a16:creationId xmlns:a16="http://schemas.microsoft.com/office/drawing/2014/main" id="{33783040-44FF-74C0-166B-85D05B8A317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prstClr val="white"/>
              </a:solidFill>
              <a:latin typeface="Aptos" panose="02110004020202020204"/>
            </a:endParaRPr>
          </a:p>
        </p:txBody>
      </p:sp>
      <p:sp>
        <p:nvSpPr>
          <p:cNvPr id="7170" name="Rectangle 2">
            <a:extLst>
              <a:ext uri="{FF2B5EF4-FFF2-40B4-BE49-F238E27FC236}">
                <a16:creationId xmlns:a16="http://schemas.microsoft.com/office/drawing/2014/main" id="{8F7AC7FA-6E96-C5EF-A24D-754EABB56200}"/>
              </a:ext>
            </a:extLst>
          </p:cNvPr>
          <p:cNvSpPr>
            <a:spLocks noGrp="1" noChangeArrowheads="1"/>
          </p:cNvSpPr>
          <p:nvPr>
            <p:ph type="title"/>
          </p:nvPr>
        </p:nvSpPr>
        <p:spPr>
          <a:xfrm>
            <a:off x="838202" y="348868"/>
            <a:ext cx="10577420" cy="877729"/>
          </a:xfrm>
        </p:spPr>
        <p:txBody>
          <a:bodyPr anchor="ctr">
            <a:normAutofit/>
          </a:bodyPr>
          <a:lstStyle/>
          <a:p>
            <a:r>
              <a:rPr lang="en-US" altLang="en-US" sz="4400" b="1" dirty="0">
                <a:solidFill>
                  <a:srgbClr val="FFFFFF"/>
                </a:solidFill>
                <a:latin typeface="Times New Roman" panose="02020603050405020304" pitchFamily="18" charset="0"/>
                <a:cs typeface="Times New Roman" panose="02020603050405020304" pitchFamily="18" charset="0"/>
              </a:rPr>
              <a:t>Lecture Outline</a:t>
            </a:r>
          </a:p>
        </p:txBody>
      </p:sp>
      <p:sp>
        <p:nvSpPr>
          <p:cNvPr id="4" name="Content Placeholder 3">
            <a:extLst>
              <a:ext uri="{FF2B5EF4-FFF2-40B4-BE49-F238E27FC236}">
                <a16:creationId xmlns:a16="http://schemas.microsoft.com/office/drawing/2014/main" id="{425D7671-E06E-5764-77D7-159D56B32FE5}"/>
              </a:ext>
            </a:extLst>
          </p:cNvPr>
          <p:cNvSpPr>
            <a:spLocks noGrp="1"/>
          </p:cNvSpPr>
          <p:nvPr>
            <p:ph idx="1"/>
          </p:nvPr>
        </p:nvSpPr>
        <p:spPr>
          <a:xfrm>
            <a:off x="605727" y="2041063"/>
            <a:ext cx="10515600" cy="4351339"/>
          </a:xfrm>
        </p:spPr>
        <p:txBody>
          <a:bodyPr>
            <a:normAutofit fontScale="62500" lnSpcReduction="20000"/>
          </a:bodyPr>
          <a:lstStyle/>
          <a:p>
            <a:pPr marL="624063" indent="-514338">
              <a:spcAft>
                <a:spcPts val="1200"/>
              </a:spcAft>
              <a:buFont typeface="+mj-lt"/>
              <a:buAutoNum type="arabicPeriod"/>
              <a:defRPr/>
            </a:pPr>
            <a:r>
              <a:rPr lang="en-US" altLang="en-US" sz="3200" b="1" dirty="0">
                <a:latin typeface="Times New Roman" panose="02020603050405020304" pitchFamily="18" charset="0"/>
                <a:cs typeface="Times New Roman" panose="02020603050405020304" pitchFamily="18" charset="0"/>
              </a:rPr>
              <a:t>Introduction</a:t>
            </a:r>
          </a:p>
          <a:p>
            <a:pPr marL="624063" indent="-514338">
              <a:spcAft>
                <a:spcPts val="1200"/>
              </a:spcAft>
              <a:buFont typeface="+mj-lt"/>
              <a:buAutoNum type="arabicPeriod"/>
              <a:defRPr/>
            </a:pPr>
            <a:r>
              <a:rPr lang="en-US" altLang="en-US" sz="3200" b="1" dirty="0">
                <a:latin typeface="Times New Roman" panose="02020603050405020304" pitchFamily="18" charset="0"/>
                <a:cs typeface="Times New Roman" panose="02020603050405020304" pitchFamily="18" charset="0"/>
              </a:rPr>
              <a:t>Types of Problems</a:t>
            </a:r>
          </a:p>
          <a:p>
            <a:pPr marL="624063" indent="-514338">
              <a:spcAft>
                <a:spcPts val="1200"/>
              </a:spcAft>
              <a:buFont typeface="+mj-lt"/>
              <a:buAutoNum type="arabicPeriod"/>
              <a:defRPr/>
            </a:pPr>
            <a:r>
              <a:rPr lang="en-US" altLang="en-US" sz="3200" b="1" dirty="0">
                <a:latin typeface="Times New Roman" panose="02020603050405020304" pitchFamily="18" charset="0"/>
                <a:cs typeface="Times New Roman" panose="02020603050405020304" pitchFamily="18" charset="0"/>
              </a:rPr>
              <a:t>Problem Solving Steps</a:t>
            </a:r>
          </a:p>
          <a:p>
            <a:pPr marL="624063" indent="-514338">
              <a:spcAft>
                <a:spcPts val="1200"/>
              </a:spcAft>
              <a:buFont typeface="+mj-lt"/>
              <a:buAutoNum type="arabicPeriod"/>
              <a:defRPr/>
            </a:pPr>
            <a:r>
              <a:rPr lang="en-US" altLang="en-US" sz="3200" b="1" dirty="0">
                <a:latin typeface="Times New Roman" panose="02020603050405020304" pitchFamily="18" charset="0"/>
                <a:cs typeface="Times New Roman" panose="02020603050405020304" pitchFamily="18" charset="0"/>
              </a:rPr>
              <a:t>Algorithm Design Techniques</a:t>
            </a:r>
          </a:p>
          <a:p>
            <a:pPr marL="624063" indent="-514338">
              <a:spcAft>
                <a:spcPts val="1200"/>
              </a:spcAft>
              <a:buFont typeface="+mj-lt"/>
              <a:buAutoNum type="arabicPeriod"/>
              <a:defRPr/>
            </a:pPr>
            <a:r>
              <a:rPr lang="en-US" altLang="en-US" sz="3200" b="1" dirty="0">
                <a:latin typeface="Times New Roman" panose="02020603050405020304" pitchFamily="18" charset="0"/>
                <a:cs typeface="Times New Roman" panose="02020603050405020304" pitchFamily="18" charset="0"/>
              </a:rPr>
              <a:t>Review Flowcharts</a:t>
            </a:r>
          </a:p>
          <a:p>
            <a:pPr marL="624063" indent="-514338">
              <a:spcAft>
                <a:spcPts val="1200"/>
              </a:spcAft>
              <a:buFont typeface="+mj-lt"/>
              <a:buAutoNum type="arabicPeriod"/>
              <a:defRPr/>
            </a:pPr>
            <a:r>
              <a:rPr lang="en-US" altLang="en-US" sz="3200" b="1" dirty="0">
                <a:latin typeface="Times New Roman" panose="02020603050405020304" pitchFamily="18" charset="0"/>
                <a:cs typeface="Times New Roman" panose="02020603050405020304" pitchFamily="18" charset="0"/>
              </a:rPr>
              <a:t>Review C Language</a:t>
            </a:r>
          </a:p>
          <a:p>
            <a:pPr marL="624063" indent="-514338">
              <a:spcAft>
                <a:spcPts val="1200"/>
              </a:spcAft>
              <a:buFont typeface="+mj-lt"/>
              <a:buAutoNum type="arabicPeriod"/>
              <a:defRPr/>
            </a:pPr>
            <a:r>
              <a:rPr lang="en-US" altLang="en-US" sz="3200" b="1" dirty="0">
                <a:latin typeface="Times New Roman" panose="02020603050405020304" pitchFamily="18" charset="0"/>
                <a:cs typeface="Times New Roman" panose="02020603050405020304" pitchFamily="18" charset="0"/>
              </a:rPr>
              <a:t>Basics (variables, data types, expressions, I/O, etc.).</a:t>
            </a:r>
          </a:p>
          <a:p>
            <a:pPr marL="624063" indent="-514338">
              <a:spcAft>
                <a:spcPts val="1200"/>
              </a:spcAft>
              <a:buFont typeface="+mj-lt"/>
              <a:buAutoNum type="arabicPeriod"/>
              <a:defRPr/>
            </a:pPr>
            <a:r>
              <a:rPr lang="en-US" altLang="en-US" sz="3200" b="1" dirty="0">
                <a:latin typeface="Times New Roman" panose="02020603050405020304" pitchFamily="18" charset="0"/>
                <a:cs typeface="Times New Roman" panose="02020603050405020304" pitchFamily="18" charset="0"/>
              </a:rPr>
              <a:t>Decisions (if statement and switch statement)</a:t>
            </a:r>
          </a:p>
          <a:p>
            <a:pPr marL="624063" indent="-514338">
              <a:spcAft>
                <a:spcPts val="1200"/>
              </a:spcAft>
              <a:buFont typeface="+mj-lt"/>
              <a:buAutoNum type="arabicPeriod"/>
              <a:defRPr/>
            </a:pPr>
            <a:r>
              <a:rPr lang="en-US" altLang="en-US" sz="3200" b="1" dirty="0">
                <a:latin typeface="Times New Roman" panose="02020603050405020304" pitchFamily="18" charset="0"/>
                <a:cs typeface="Times New Roman" panose="02020603050405020304" pitchFamily="18" charset="0"/>
              </a:rPr>
              <a:t>Loops</a:t>
            </a:r>
          </a:p>
          <a:p>
            <a:pPr marL="624063" indent="-514338">
              <a:spcAft>
                <a:spcPts val="1200"/>
              </a:spcAft>
              <a:buFont typeface="+mj-lt"/>
              <a:buAutoNum type="arabicPeriod"/>
              <a:defRPr/>
            </a:pPr>
            <a:endParaRPr lang="en-US"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13303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9" name="Rectangle 1038">
            <a:extLst>
              <a:ext uri="{FF2B5EF4-FFF2-40B4-BE49-F238E27FC236}">
                <a16:creationId xmlns:a16="http://schemas.microsoft.com/office/drawing/2014/main" id="{3346177D-ADC4-4968-B747-5CFCD390B5B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2" name="Title 1">
            <a:extLst>
              <a:ext uri="{FF2B5EF4-FFF2-40B4-BE49-F238E27FC236}">
                <a16:creationId xmlns:a16="http://schemas.microsoft.com/office/drawing/2014/main" id="{FD0498E6-8551-74F2-9C7D-7E7BBCD28BA0}"/>
              </a:ext>
            </a:extLst>
          </p:cNvPr>
          <p:cNvSpPr>
            <a:spLocks noGrp="1"/>
          </p:cNvSpPr>
          <p:nvPr>
            <p:ph type="title"/>
          </p:nvPr>
        </p:nvSpPr>
        <p:spPr>
          <a:xfrm>
            <a:off x="2057402" y="796896"/>
            <a:ext cx="4316172" cy="812117"/>
          </a:xfrm>
        </p:spPr>
        <p:txBody>
          <a:bodyPr anchor="b">
            <a:normAutofit fontScale="90000"/>
          </a:bodyPr>
          <a:lstStyle/>
          <a:p>
            <a:r>
              <a:rPr lang="en-US" sz="3600" b="1" dirty="0" smtClean="0"/>
              <a:t>What are Exceptions?</a:t>
            </a:r>
            <a:endParaRPr lang="en-US" sz="3600" b="1" dirty="0"/>
          </a:p>
        </p:txBody>
      </p:sp>
      <p:pic>
        <p:nvPicPr>
          <p:cNvPr id="1026" name="Picture 2" descr="Problem Solving and Decision Making | by Rida Jamil | Medium">
            <a:extLst>
              <a:ext uri="{FF2B5EF4-FFF2-40B4-BE49-F238E27FC236}">
                <a16:creationId xmlns:a16="http://schemas.microsoft.com/office/drawing/2014/main" id="{A24DA37A-3017-91D0-0AC5-416951AA9D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83" r="-1944" b="2"/>
          <a:stretch/>
        </p:blipFill>
        <p:spPr bwMode="auto">
          <a:xfrm>
            <a:off x="7403052" y="396403"/>
            <a:ext cx="2637087" cy="130550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868776B-11CA-91EA-685D-58F08F982F8F}"/>
              </a:ext>
            </a:extLst>
          </p:cNvPr>
          <p:cNvSpPr>
            <a:spLocks noGrp="1"/>
          </p:cNvSpPr>
          <p:nvPr>
            <p:ph idx="1"/>
          </p:nvPr>
        </p:nvSpPr>
        <p:spPr>
          <a:xfrm>
            <a:off x="1397875" y="1839310"/>
            <a:ext cx="9270123" cy="4221811"/>
          </a:xfrm>
        </p:spPr>
        <p:txBody>
          <a:bodyPr anchor="t">
            <a:normAutofit/>
          </a:bodyPr>
          <a:lstStyle/>
          <a:p>
            <a:r>
              <a:rPr lang="en-US" b="1" dirty="0"/>
              <a:t>Exception (Java):</a:t>
            </a:r>
            <a:r>
              <a:rPr lang="en-US" dirty="0"/>
              <a:t> An event that occurs during program execution which disrupts the normal flow of instructions.</a:t>
            </a:r>
          </a:p>
          <a:p>
            <a:r>
              <a:rPr lang="en-US" b="1" dirty="0"/>
              <a:t>Java Exception Handling:</a:t>
            </a:r>
            <a:r>
              <a:rPr lang="en-US" dirty="0"/>
              <a:t> A robust, object-oriented mechanism in Java used to detect, manage, and respond to runtime errors gracefully.</a:t>
            </a:r>
          </a:p>
          <a:p>
            <a:r>
              <a:rPr lang="en-US" b="1" dirty="0"/>
              <a:t>Common Causes of Exceptions:</a:t>
            </a:r>
            <a:endParaRPr lang="en-US" dirty="0"/>
          </a:p>
          <a:p>
            <a:pPr lvl="1"/>
            <a:r>
              <a:rPr lang="en-US" dirty="0"/>
              <a:t>Invalid user input</a:t>
            </a:r>
          </a:p>
          <a:p>
            <a:pPr lvl="1"/>
            <a:r>
              <a:rPr lang="en-US" dirty="0"/>
              <a:t>Hardware failures</a:t>
            </a:r>
          </a:p>
          <a:p>
            <a:pPr lvl="1"/>
            <a:r>
              <a:rPr lang="en-US" dirty="0"/>
              <a:t>Network connectivity issues</a:t>
            </a:r>
          </a:p>
          <a:p>
            <a:pPr lvl="1"/>
            <a:r>
              <a:rPr lang="en-US" dirty="0"/>
              <a:t>Database server downtime</a:t>
            </a:r>
          </a:p>
          <a:p>
            <a:r>
              <a:rPr lang="en-US" b="1" dirty="0"/>
              <a:t>Exception Handling Code:</a:t>
            </a:r>
            <a:r>
              <a:rPr lang="en-US" dirty="0"/>
              <a:t> Specialized code that defines how the program should respond to specific error conditions to prevent crashes and maintain normal execution flow.</a:t>
            </a:r>
          </a:p>
        </p:txBody>
      </p:sp>
      <p:sp>
        <p:nvSpPr>
          <p:cNvPr id="1040" name="Rectangle 1039">
            <a:extLst>
              <a:ext uri="{FF2B5EF4-FFF2-40B4-BE49-F238E27FC236}">
                <a16:creationId xmlns:a16="http://schemas.microsoft.com/office/drawing/2014/main" id="{0844A943-BF79-4FEA-ABB1-3BD54D23660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524000" y="6400805"/>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1041" name="Rectangle 1040">
            <a:extLst>
              <a:ext uri="{FF2B5EF4-FFF2-40B4-BE49-F238E27FC236}">
                <a16:creationId xmlns:a16="http://schemas.microsoft.com/office/drawing/2014/main" id="{6437CC72-F4A8-4DC3-AFAB-D22C482C810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52951"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Tree>
    <p:extLst>
      <p:ext uri="{BB962C8B-B14F-4D97-AF65-F5344CB8AC3E}">
        <p14:creationId xmlns:p14="http://schemas.microsoft.com/office/powerpoint/2010/main" val="3501693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Why </a:t>
            </a:r>
            <a:r>
              <a:rPr lang="en-US" b="1" dirty="0"/>
              <a:t>It Is </a:t>
            </a:r>
            <a:r>
              <a:rPr lang="en-US" b="1" dirty="0" smtClean="0"/>
              <a:t>Important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r>
              <a:rPr lang="en-US" sz="2400" dirty="0"/>
              <a:t>When an error occurs, the normal execution flow stops.</a:t>
            </a:r>
          </a:p>
          <a:p>
            <a:r>
              <a:rPr lang="en-US" sz="2400" dirty="0"/>
              <a:t>Without exception handling, the program terminates immediately.</a:t>
            </a:r>
          </a:p>
          <a:p>
            <a:r>
              <a:rPr lang="en-US" sz="2400" dirty="0"/>
              <a:t>With exception handling, we can define an </a:t>
            </a:r>
            <a:r>
              <a:rPr lang="en-US" sz="2400" b="1" dirty="0"/>
              <a:t>alternative path</a:t>
            </a:r>
            <a:r>
              <a:rPr lang="en-US" sz="2400" dirty="0"/>
              <a:t> so the program continues running or exits </a:t>
            </a:r>
            <a:r>
              <a:rPr lang="en-US" sz="2400" dirty="0" smtClean="0"/>
              <a:t>gracefully:</a:t>
            </a:r>
          </a:p>
          <a:p>
            <a:pPr lvl="1">
              <a:buFont typeface="Wingdings" panose="05000000000000000000" pitchFamily="2" charset="2"/>
              <a:buChar char="§"/>
            </a:pPr>
            <a:r>
              <a:rPr lang="en-US" sz="2200" b="1" dirty="0" smtClean="0">
                <a:solidFill>
                  <a:schemeClr val="accent1"/>
                </a:solidFill>
              </a:rPr>
              <a:t>Graceful termination means:</a:t>
            </a:r>
          </a:p>
          <a:p>
            <a:pPr lvl="2">
              <a:buFont typeface="Wingdings" panose="05000000000000000000" pitchFamily="2" charset="2"/>
              <a:buChar char="§"/>
            </a:pPr>
            <a:r>
              <a:rPr lang="en-US" sz="2400" dirty="0" smtClean="0"/>
              <a:t>The </a:t>
            </a:r>
            <a:r>
              <a:rPr lang="en-US" sz="2400" dirty="0"/>
              <a:t>program does not crash </a:t>
            </a:r>
            <a:r>
              <a:rPr lang="en-US" sz="2400" dirty="0" smtClean="0"/>
              <a:t>unexpectedly., and resources </a:t>
            </a:r>
            <a:r>
              <a:rPr lang="en-US" sz="2400" dirty="0"/>
              <a:t>(files, database connections, network connections) are properly closed.</a:t>
            </a:r>
          </a:p>
          <a:p>
            <a:pPr lvl="2">
              <a:buFont typeface="Wingdings" panose="05000000000000000000" pitchFamily="2" charset="2"/>
              <a:buChar char="§"/>
            </a:pPr>
            <a:r>
              <a:rPr lang="en-US" sz="2400" dirty="0"/>
              <a:t>A meaningful error message is shown to the </a:t>
            </a:r>
            <a:r>
              <a:rPr lang="en-US" sz="2400" dirty="0" smtClean="0"/>
              <a:t>user, while the </a:t>
            </a:r>
            <a:r>
              <a:rPr lang="en-US" sz="2400" dirty="0"/>
              <a:t>remaining parts of the program can continue if possible</a:t>
            </a:r>
            <a:r>
              <a:rPr lang="en-US" sz="2400" dirty="0" smtClean="0"/>
              <a:t>.</a:t>
            </a:r>
          </a:p>
          <a:p>
            <a:r>
              <a:rPr lang="en-US" sz="2400" dirty="0"/>
              <a:t>Exception handling provides a </a:t>
            </a:r>
            <a:r>
              <a:rPr lang="en-US" sz="2400" b="1" dirty="0"/>
              <a:t>structured mechanism to detect, manage, and recover from runtime errors</a:t>
            </a:r>
            <a:r>
              <a:rPr lang="en-US" sz="2400" dirty="0"/>
              <a:t>, ensuring smoother execution and better user experience</a:t>
            </a:r>
            <a:r>
              <a:rPr lang="en-US" sz="2400" dirty="0" smtClean="0"/>
              <a:t>.</a:t>
            </a:r>
            <a:endParaRPr lang="en-US" sz="2400" dirty="0"/>
          </a:p>
          <a:p>
            <a:endParaRPr lang="en-US" sz="2400" dirty="0"/>
          </a:p>
          <a:p>
            <a:endParaRPr lang="en-US" sz="2400" dirty="0"/>
          </a:p>
        </p:txBody>
      </p:sp>
    </p:spTree>
    <p:extLst>
      <p:ext uri="{BB962C8B-B14F-4D97-AF65-F5344CB8AC3E}">
        <p14:creationId xmlns:p14="http://schemas.microsoft.com/office/powerpoint/2010/main" val="582159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a:t>
            </a:r>
            <a:r>
              <a:rPr lang="en-US" b="1" dirty="0" smtClean="0"/>
              <a:t>Causes </a:t>
            </a:r>
            <a:r>
              <a:rPr lang="en-US" b="1" dirty="0"/>
              <a:t>of Exceptions</a:t>
            </a:r>
            <a:endParaRPr lang="en-US" dirty="0"/>
          </a:p>
        </p:txBody>
      </p:sp>
      <p:sp>
        <p:nvSpPr>
          <p:cNvPr id="3" name="Content Placeholder 2"/>
          <p:cNvSpPr>
            <a:spLocks noGrp="1"/>
          </p:cNvSpPr>
          <p:nvPr>
            <p:ph idx="1"/>
          </p:nvPr>
        </p:nvSpPr>
        <p:spPr/>
        <p:txBody>
          <a:bodyPr/>
          <a:lstStyle/>
          <a:p>
            <a:r>
              <a:rPr lang="en-US" b="1" dirty="0"/>
              <a:t>Invalid User Input</a:t>
            </a:r>
          </a:p>
          <a:p>
            <a:pPr lvl="1"/>
            <a:r>
              <a:rPr lang="en-US" b="1" dirty="0"/>
              <a:t>Example:</a:t>
            </a:r>
            <a:r>
              <a:rPr lang="en-US" dirty="0"/>
              <a:t/>
            </a:r>
            <a:br>
              <a:rPr lang="en-US" dirty="0"/>
            </a:br>
            <a:r>
              <a:rPr lang="en-US" dirty="0"/>
              <a:t>A user enters "</a:t>
            </a:r>
            <a:r>
              <a:rPr lang="en-US" dirty="0" err="1"/>
              <a:t>abc</a:t>
            </a:r>
            <a:r>
              <a:rPr lang="en-US" dirty="0"/>
              <a:t>" instead of a number when the program expects an integer.</a:t>
            </a:r>
          </a:p>
          <a:p>
            <a:endParaRPr lang="en-US" dirty="0"/>
          </a:p>
          <a:p>
            <a:endParaRPr lang="en-US" dirty="0" smtClean="0"/>
          </a:p>
          <a:p>
            <a:endParaRPr lang="en-US" dirty="0" smtClean="0"/>
          </a:p>
          <a:p>
            <a:r>
              <a:rPr lang="en-US" b="1" dirty="0" smtClean="0"/>
              <a:t>Hardware </a:t>
            </a:r>
            <a:r>
              <a:rPr lang="en-US" b="1" dirty="0"/>
              <a:t>Failures</a:t>
            </a:r>
          </a:p>
          <a:p>
            <a:pPr lvl="1"/>
            <a:r>
              <a:rPr lang="en-US" b="1" dirty="0"/>
              <a:t>Example:</a:t>
            </a:r>
            <a:r>
              <a:rPr lang="en-US" dirty="0"/>
              <a:t/>
            </a:r>
            <a:br>
              <a:rPr lang="en-US" dirty="0"/>
            </a:br>
            <a:r>
              <a:rPr lang="en-US" dirty="0"/>
              <a:t>Trying to read a file from a USB drive that was suddenly removed.</a:t>
            </a:r>
          </a:p>
          <a:p>
            <a:endParaRPr lang="en-US" dirty="0"/>
          </a:p>
        </p:txBody>
      </p:sp>
      <p:sp>
        <p:nvSpPr>
          <p:cNvPr id="5" name="Rectangle 5">
            <a:extLst>
              <a:ext uri="{FF2B5EF4-FFF2-40B4-BE49-F238E27FC236}">
                <a16:creationId xmlns:a16="http://schemas.microsoft.com/office/drawing/2014/main" id="{17DA519D-146B-646C-AD7D-D93EEFDD4843}"/>
              </a:ext>
            </a:extLst>
          </p:cNvPr>
          <p:cNvSpPr>
            <a:spLocks noChangeArrowheads="1"/>
          </p:cNvSpPr>
          <p:nvPr/>
        </p:nvSpPr>
        <p:spPr bwMode="auto">
          <a:xfrm>
            <a:off x="1870841" y="2890344"/>
            <a:ext cx="8812924" cy="460489"/>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9pPr>
          </a:lstStyle>
          <a:p>
            <a:pPr>
              <a:spcBef>
                <a:spcPct val="0"/>
              </a:spcBef>
              <a:buClrTx/>
              <a:buSzTx/>
              <a:buNone/>
            </a:pPr>
            <a:r>
              <a:rPr lang="en-US" altLang="ar-SA" sz="1800" b="1" dirty="0" err="1">
                <a:solidFill>
                  <a:srgbClr val="000000"/>
                </a:solidFill>
                <a:latin typeface="Arial" panose="020B0604020202020204" pitchFamily="34" charset="0"/>
                <a:cs typeface="Times New Roman" panose="02020603050405020304" pitchFamily="18" charset="0"/>
              </a:rPr>
              <a:t>int</a:t>
            </a:r>
            <a:r>
              <a:rPr lang="en-US" altLang="ar-SA" sz="1800" b="1" dirty="0">
                <a:solidFill>
                  <a:srgbClr val="000000"/>
                </a:solidFill>
                <a:latin typeface="Arial" panose="020B0604020202020204" pitchFamily="34" charset="0"/>
                <a:cs typeface="Times New Roman" panose="02020603050405020304" pitchFamily="18" charset="0"/>
              </a:rPr>
              <a:t> age = </a:t>
            </a:r>
            <a:r>
              <a:rPr lang="en-US" altLang="ar-SA" sz="1800" b="1" dirty="0" err="1">
                <a:solidFill>
                  <a:srgbClr val="000000"/>
                </a:solidFill>
                <a:latin typeface="Arial" panose="020B0604020202020204" pitchFamily="34" charset="0"/>
                <a:cs typeface="Times New Roman" panose="02020603050405020304" pitchFamily="18" charset="0"/>
              </a:rPr>
              <a:t>Integer.parseInt</a:t>
            </a:r>
            <a:r>
              <a:rPr lang="en-US" altLang="ar-SA" sz="1800" b="1" dirty="0">
                <a:solidFill>
                  <a:srgbClr val="000000"/>
                </a:solidFill>
                <a:latin typeface="Arial" panose="020B0604020202020204" pitchFamily="34" charset="0"/>
                <a:cs typeface="Times New Roman" panose="02020603050405020304" pitchFamily="18" charset="0"/>
              </a:rPr>
              <a:t>("</a:t>
            </a:r>
            <a:r>
              <a:rPr lang="en-US" altLang="ar-SA" sz="1800" b="1" dirty="0" err="1">
                <a:solidFill>
                  <a:srgbClr val="000000"/>
                </a:solidFill>
                <a:latin typeface="Arial" panose="020B0604020202020204" pitchFamily="34" charset="0"/>
                <a:cs typeface="Times New Roman" panose="02020603050405020304" pitchFamily="18" charset="0"/>
              </a:rPr>
              <a:t>abc</a:t>
            </a:r>
            <a:r>
              <a:rPr lang="en-US" altLang="ar-SA" sz="1800" b="1" dirty="0">
                <a:solidFill>
                  <a:srgbClr val="000000"/>
                </a:solidFill>
                <a:latin typeface="Arial" panose="020B0604020202020204" pitchFamily="34" charset="0"/>
                <a:cs typeface="Times New Roman" panose="02020603050405020304" pitchFamily="18" charset="0"/>
              </a:rPr>
              <a:t>");  // Causes </a:t>
            </a:r>
            <a:r>
              <a:rPr lang="en-US" altLang="ar-SA" sz="1800" b="1" dirty="0" err="1">
                <a:solidFill>
                  <a:srgbClr val="000000"/>
                </a:solidFill>
                <a:latin typeface="Arial" panose="020B0604020202020204" pitchFamily="34" charset="0"/>
                <a:cs typeface="Times New Roman" panose="02020603050405020304" pitchFamily="18" charset="0"/>
              </a:rPr>
              <a:t>NumberFormatException</a:t>
            </a:r>
            <a:endParaRPr lang="en-US" altLang="en-US" sz="1800" b="1" dirty="0">
              <a:solidFill>
                <a:srgbClr val="000000"/>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7DA519D-146B-646C-AD7D-D93EEFDD4843}"/>
              </a:ext>
            </a:extLst>
          </p:cNvPr>
          <p:cNvSpPr>
            <a:spLocks noChangeArrowheads="1"/>
          </p:cNvSpPr>
          <p:nvPr/>
        </p:nvSpPr>
        <p:spPr bwMode="auto">
          <a:xfrm>
            <a:off x="1870840" y="5218386"/>
            <a:ext cx="9482959" cy="460489"/>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9pPr>
          </a:lstStyle>
          <a:p>
            <a:pPr>
              <a:spcBef>
                <a:spcPct val="0"/>
              </a:spcBef>
              <a:buClrTx/>
              <a:buSzTx/>
              <a:buNone/>
            </a:pPr>
            <a:r>
              <a:rPr lang="en-US" altLang="ar-SA" sz="1800" b="1" dirty="0" err="1">
                <a:solidFill>
                  <a:srgbClr val="000000"/>
                </a:solidFill>
                <a:latin typeface="Arial" panose="020B0604020202020204" pitchFamily="34" charset="0"/>
                <a:cs typeface="Times New Roman" panose="02020603050405020304" pitchFamily="18" charset="0"/>
              </a:rPr>
              <a:t>FileReader</a:t>
            </a:r>
            <a:r>
              <a:rPr lang="en-US" altLang="ar-SA" sz="1800" b="1" dirty="0">
                <a:solidFill>
                  <a:srgbClr val="000000"/>
                </a:solidFill>
                <a:latin typeface="Arial" panose="020B0604020202020204" pitchFamily="34" charset="0"/>
                <a:cs typeface="Times New Roman" panose="02020603050405020304" pitchFamily="18" charset="0"/>
              </a:rPr>
              <a:t> file = new </a:t>
            </a:r>
            <a:r>
              <a:rPr lang="en-US" altLang="ar-SA" sz="1800" b="1" dirty="0" err="1">
                <a:solidFill>
                  <a:srgbClr val="000000"/>
                </a:solidFill>
                <a:latin typeface="Arial" panose="020B0604020202020204" pitchFamily="34" charset="0"/>
                <a:cs typeface="Times New Roman" panose="02020603050405020304" pitchFamily="18" charset="0"/>
              </a:rPr>
              <a:t>FileReader</a:t>
            </a:r>
            <a:r>
              <a:rPr lang="en-US" altLang="ar-SA" sz="1800" b="1" dirty="0">
                <a:solidFill>
                  <a:srgbClr val="000000"/>
                </a:solidFill>
                <a:latin typeface="Arial" panose="020B0604020202020204" pitchFamily="34" charset="0"/>
                <a:cs typeface="Times New Roman" panose="02020603050405020304" pitchFamily="18" charset="0"/>
              </a:rPr>
              <a:t>("E:/data.txt");  // May cause </a:t>
            </a:r>
            <a:r>
              <a:rPr lang="en-US" altLang="ar-SA" sz="1800" b="1" dirty="0" err="1">
                <a:solidFill>
                  <a:srgbClr val="000000"/>
                </a:solidFill>
                <a:latin typeface="Arial" panose="020B0604020202020204" pitchFamily="34" charset="0"/>
                <a:cs typeface="Times New Roman" panose="02020603050405020304" pitchFamily="18" charset="0"/>
              </a:rPr>
              <a:t>FileNotFoundException</a:t>
            </a:r>
            <a:endParaRPr lang="en-US" altLang="en-US" sz="1800" b="1"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98458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a:t>
            </a:r>
            <a:r>
              <a:rPr lang="en-US" b="1" dirty="0" smtClean="0"/>
              <a:t>Causes </a:t>
            </a:r>
            <a:r>
              <a:rPr lang="en-US" b="1" dirty="0"/>
              <a:t>of Exceptions</a:t>
            </a:r>
            <a:endParaRPr lang="en-US" dirty="0"/>
          </a:p>
        </p:txBody>
      </p:sp>
      <p:sp>
        <p:nvSpPr>
          <p:cNvPr id="3" name="Content Placeholder 2"/>
          <p:cNvSpPr>
            <a:spLocks noGrp="1"/>
          </p:cNvSpPr>
          <p:nvPr>
            <p:ph idx="1"/>
          </p:nvPr>
        </p:nvSpPr>
        <p:spPr/>
        <p:txBody>
          <a:bodyPr/>
          <a:lstStyle/>
          <a:p>
            <a:r>
              <a:rPr lang="en-US" b="1" dirty="0"/>
              <a:t>Network Connectivity Issues</a:t>
            </a:r>
          </a:p>
          <a:p>
            <a:pPr lvl="1"/>
            <a:r>
              <a:rPr lang="en-US" b="1" dirty="0"/>
              <a:t>Example:</a:t>
            </a:r>
            <a:r>
              <a:rPr lang="en-US" dirty="0"/>
              <a:t/>
            </a:r>
            <a:br>
              <a:rPr lang="en-US" dirty="0"/>
            </a:br>
            <a:r>
              <a:rPr lang="en-US" dirty="0"/>
              <a:t>Trying to connect to a website without internet access.</a:t>
            </a:r>
          </a:p>
          <a:p>
            <a:endParaRPr lang="en-US" dirty="0"/>
          </a:p>
          <a:p>
            <a:endParaRPr lang="en-US" dirty="0" smtClean="0"/>
          </a:p>
          <a:p>
            <a:endParaRPr lang="en-US" dirty="0" smtClean="0"/>
          </a:p>
          <a:p>
            <a:endParaRPr lang="en-US" b="1" dirty="0" smtClean="0"/>
          </a:p>
          <a:p>
            <a:r>
              <a:rPr lang="en-US" b="1" dirty="0" smtClean="0"/>
              <a:t>Database </a:t>
            </a:r>
            <a:r>
              <a:rPr lang="en-US" b="1" dirty="0"/>
              <a:t>Server Downtime</a:t>
            </a:r>
          </a:p>
          <a:p>
            <a:pPr lvl="1"/>
            <a:r>
              <a:rPr lang="en-US" b="1" dirty="0"/>
              <a:t>Example:</a:t>
            </a:r>
            <a:r>
              <a:rPr lang="en-US" dirty="0"/>
              <a:t/>
            </a:r>
            <a:br>
              <a:rPr lang="en-US" dirty="0"/>
            </a:br>
            <a:r>
              <a:rPr lang="en-US" dirty="0"/>
              <a:t>Trying to connect to a database that is not running.</a:t>
            </a:r>
          </a:p>
          <a:p>
            <a:endParaRPr lang="en-US" dirty="0"/>
          </a:p>
          <a:p>
            <a:endParaRPr lang="en-US" dirty="0"/>
          </a:p>
        </p:txBody>
      </p:sp>
      <p:sp>
        <p:nvSpPr>
          <p:cNvPr id="5" name="Rectangle 5">
            <a:extLst>
              <a:ext uri="{FF2B5EF4-FFF2-40B4-BE49-F238E27FC236}">
                <a16:creationId xmlns:a16="http://schemas.microsoft.com/office/drawing/2014/main" id="{17DA519D-146B-646C-AD7D-D93EEFDD4843}"/>
              </a:ext>
            </a:extLst>
          </p:cNvPr>
          <p:cNvSpPr>
            <a:spLocks noChangeArrowheads="1"/>
          </p:cNvSpPr>
          <p:nvPr/>
        </p:nvSpPr>
        <p:spPr bwMode="auto">
          <a:xfrm>
            <a:off x="1870841" y="2890344"/>
            <a:ext cx="9007366" cy="956442"/>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9pPr>
          </a:lstStyle>
          <a:p>
            <a:pPr>
              <a:spcBef>
                <a:spcPct val="0"/>
              </a:spcBef>
              <a:buClrTx/>
              <a:buSzTx/>
              <a:buNone/>
            </a:pPr>
            <a:r>
              <a:rPr lang="en-US" altLang="ar-SA" sz="1800" b="1" dirty="0">
                <a:solidFill>
                  <a:srgbClr val="000000"/>
                </a:solidFill>
                <a:latin typeface="Arial" panose="020B0604020202020204" pitchFamily="34" charset="0"/>
                <a:cs typeface="Times New Roman" panose="02020603050405020304" pitchFamily="18" charset="0"/>
              </a:rPr>
              <a:t>URL </a:t>
            </a:r>
            <a:r>
              <a:rPr lang="en-US" altLang="ar-SA" sz="1800" b="1" dirty="0" err="1">
                <a:solidFill>
                  <a:srgbClr val="000000"/>
                </a:solidFill>
                <a:latin typeface="Arial" panose="020B0604020202020204" pitchFamily="34" charset="0"/>
                <a:cs typeface="Times New Roman" panose="02020603050405020304" pitchFamily="18" charset="0"/>
              </a:rPr>
              <a:t>url</a:t>
            </a:r>
            <a:r>
              <a:rPr lang="en-US" altLang="ar-SA" sz="1800" b="1" dirty="0">
                <a:solidFill>
                  <a:srgbClr val="000000"/>
                </a:solidFill>
                <a:latin typeface="Arial" panose="020B0604020202020204" pitchFamily="34" charset="0"/>
                <a:cs typeface="Times New Roman" panose="02020603050405020304" pitchFamily="18" charset="0"/>
              </a:rPr>
              <a:t> = new URL("https://example.com");</a:t>
            </a:r>
          </a:p>
          <a:p>
            <a:pPr>
              <a:spcBef>
                <a:spcPct val="0"/>
              </a:spcBef>
              <a:buClrTx/>
              <a:buSzTx/>
              <a:buNone/>
            </a:pPr>
            <a:r>
              <a:rPr lang="en-US" altLang="ar-SA" sz="1800" b="1" dirty="0" err="1">
                <a:solidFill>
                  <a:srgbClr val="000000"/>
                </a:solidFill>
                <a:latin typeface="Arial" panose="020B0604020202020204" pitchFamily="34" charset="0"/>
                <a:cs typeface="Times New Roman" panose="02020603050405020304" pitchFamily="18" charset="0"/>
              </a:rPr>
              <a:t>URLConnection</a:t>
            </a:r>
            <a:r>
              <a:rPr lang="en-US" altLang="ar-SA" sz="1800" b="1" dirty="0">
                <a:solidFill>
                  <a:srgbClr val="000000"/>
                </a:solidFill>
                <a:latin typeface="Arial" panose="020B0604020202020204" pitchFamily="34" charset="0"/>
                <a:cs typeface="Times New Roman" panose="02020603050405020304" pitchFamily="18" charset="0"/>
              </a:rPr>
              <a:t> conn = </a:t>
            </a:r>
            <a:r>
              <a:rPr lang="en-US" altLang="ar-SA" sz="1800" b="1" dirty="0" err="1">
                <a:solidFill>
                  <a:srgbClr val="000000"/>
                </a:solidFill>
                <a:latin typeface="Arial" panose="020B0604020202020204" pitchFamily="34" charset="0"/>
                <a:cs typeface="Times New Roman" panose="02020603050405020304" pitchFamily="18" charset="0"/>
              </a:rPr>
              <a:t>url.openConnection</a:t>
            </a:r>
            <a:r>
              <a:rPr lang="en-US" altLang="ar-SA" sz="1800" b="1" dirty="0">
                <a:solidFill>
                  <a:srgbClr val="000000"/>
                </a:solidFill>
                <a:latin typeface="Arial" panose="020B0604020202020204" pitchFamily="34" charset="0"/>
                <a:cs typeface="Times New Roman" panose="02020603050405020304" pitchFamily="18" charset="0"/>
              </a:rPr>
              <a:t>();</a:t>
            </a:r>
          </a:p>
          <a:p>
            <a:pPr>
              <a:spcBef>
                <a:spcPct val="0"/>
              </a:spcBef>
              <a:buClrTx/>
              <a:buSzTx/>
              <a:buNone/>
            </a:pPr>
            <a:r>
              <a:rPr lang="en-US" altLang="ar-SA" sz="1800" b="1" dirty="0" err="1">
                <a:solidFill>
                  <a:srgbClr val="000000"/>
                </a:solidFill>
                <a:latin typeface="Arial" panose="020B0604020202020204" pitchFamily="34" charset="0"/>
                <a:cs typeface="Times New Roman" panose="02020603050405020304" pitchFamily="18" charset="0"/>
              </a:rPr>
              <a:t>conn.getInputStream</a:t>
            </a:r>
            <a:r>
              <a:rPr lang="en-US" altLang="ar-SA" sz="1800" b="1" dirty="0">
                <a:solidFill>
                  <a:srgbClr val="000000"/>
                </a:solidFill>
                <a:latin typeface="Arial" panose="020B0604020202020204" pitchFamily="34" charset="0"/>
                <a:cs typeface="Times New Roman" panose="02020603050405020304" pitchFamily="18" charset="0"/>
              </a:rPr>
              <a:t>();  // May cause </a:t>
            </a:r>
            <a:r>
              <a:rPr lang="en-US" altLang="ar-SA" sz="1800" b="1" dirty="0" err="1">
                <a:solidFill>
                  <a:srgbClr val="000000"/>
                </a:solidFill>
                <a:latin typeface="Arial" panose="020B0604020202020204" pitchFamily="34" charset="0"/>
                <a:cs typeface="Times New Roman" panose="02020603050405020304" pitchFamily="18" charset="0"/>
              </a:rPr>
              <a:t>IOException</a:t>
            </a:r>
            <a:endParaRPr lang="en-US" altLang="en-US" sz="1800" b="1" dirty="0">
              <a:solidFill>
                <a:srgbClr val="000000"/>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7DA519D-146B-646C-AD7D-D93EEFDD4843}"/>
              </a:ext>
            </a:extLst>
          </p:cNvPr>
          <p:cNvSpPr>
            <a:spLocks noChangeArrowheads="1"/>
          </p:cNvSpPr>
          <p:nvPr/>
        </p:nvSpPr>
        <p:spPr bwMode="auto">
          <a:xfrm>
            <a:off x="1870840" y="5302466"/>
            <a:ext cx="9482959" cy="646386"/>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defRPr>
            </a:lvl9pPr>
          </a:lstStyle>
          <a:p>
            <a:pPr>
              <a:spcBef>
                <a:spcPct val="0"/>
              </a:spcBef>
              <a:buClrTx/>
              <a:buSzTx/>
              <a:buNone/>
            </a:pPr>
            <a:r>
              <a:rPr lang="en-US" altLang="ar-SA" sz="1800" b="1" dirty="0">
                <a:solidFill>
                  <a:srgbClr val="000000"/>
                </a:solidFill>
                <a:latin typeface="Arial" panose="020B0604020202020204" pitchFamily="34" charset="0"/>
                <a:cs typeface="Times New Roman" panose="02020603050405020304" pitchFamily="18" charset="0"/>
              </a:rPr>
              <a:t>Connection conn = </a:t>
            </a:r>
            <a:r>
              <a:rPr lang="en-US" altLang="ar-SA" sz="1800" b="1" dirty="0" err="1">
                <a:solidFill>
                  <a:srgbClr val="000000"/>
                </a:solidFill>
                <a:latin typeface="Arial" panose="020B0604020202020204" pitchFamily="34" charset="0"/>
                <a:cs typeface="Times New Roman" panose="02020603050405020304" pitchFamily="18" charset="0"/>
              </a:rPr>
              <a:t>DriverManager.getConnection</a:t>
            </a:r>
            <a:r>
              <a:rPr lang="en-US" altLang="ar-SA" sz="1800" b="1" dirty="0">
                <a:solidFill>
                  <a:srgbClr val="000000"/>
                </a:solidFill>
                <a:latin typeface="Arial" panose="020B0604020202020204" pitchFamily="34" charset="0"/>
                <a:cs typeface="Times New Roman" panose="02020603050405020304" pitchFamily="18" charset="0"/>
              </a:rPr>
              <a:t>(</a:t>
            </a:r>
          </a:p>
          <a:p>
            <a:pPr>
              <a:spcBef>
                <a:spcPct val="0"/>
              </a:spcBef>
              <a:buClrTx/>
              <a:buSzTx/>
              <a:buNone/>
            </a:pPr>
            <a:r>
              <a:rPr lang="en-US" altLang="ar-SA" sz="1800" b="1" dirty="0">
                <a:solidFill>
                  <a:srgbClr val="000000"/>
                </a:solidFill>
                <a:latin typeface="Arial" panose="020B0604020202020204" pitchFamily="34" charset="0"/>
                <a:cs typeface="Times New Roman" panose="02020603050405020304" pitchFamily="18" charset="0"/>
              </a:rPr>
              <a:t>    "</a:t>
            </a:r>
            <a:r>
              <a:rPr lang="en-US" altLang="ar-SA" sz="1800" b="1" dirty="0" err="1">
                <a:solidFill>
                  <a:srgbClr val="000000"/>
                </a:solidFill>
                <a:latin typeface="Arial" panose="020B0604020202020204" pitchFamily="34" charset="0"/>
                <a:cs typeface="Times New Roman" panose="02020603050405020304" pitchFamily="18" charset="0"/>
              </a:rPr>
              <a:t>jdbc:mysql</a:t>
            </a:r>
            <a:r>
              <a:rPr lang="en-US" altLang="ar-SA" sz="1800" b="1" dirty="0">
                <a:solidFill>
                  <a:srgbClr val="000000"/>
                </a:solidFill>
                <a:latin typeface="Arial" panose="020B0604020202020204" pitchFamily="34" charset="0"/>
                <a:cs typeface="Times New Roman" panose="02020603050405020304" pitchFamily="18" charset="0"/>
              </a:rPr>
              <a:t>://localhost:3306/</a:t>
            </a:r>
            <a:r>
              <a:rPr lang="en-US" altLang="ar-SA" sz="1800" b="1" dirty="0" err="1">
                <a:solidFill>
                  <a:srgbClr val="000000"/>
                </a:solidFill>
                <a:latin typeface="Arial" panose="020B0604020202020204" pitchFamily="34" charset="0"/>
                <a:cs typeface="Times New Roman" panose="02020603050405020304" pitchFamily="18" charset="0"/>
              </a:rPr>
              <a:t>testdb</a:t>
            </a:r>
            <a:r>
              <a:rPr lang="en-US" altLang="ar-SA" sz="1800" b="1" dirty="0">
                <a:solidFill>
                  <a:srgbClr val="000000"/>
                </a:solidFill>
                <a:latin typeface="Arial" panose="020B0604020202020204" pitchFamily="34" charset="0"/>
                <a:cs typeface="Times New Roman" panose="02020603050405020304" pitchFamily="18" charset="0"/>
              </a:rPr>
              <a:t>", "root", "password</a:t>
            </a:r>
            <a:r>
              <a:rPr lang="en-US" altLang="ar-SA" sz="1800" b="1" dirty="0" smtClean="0">
                <a:solidFill>
                  <a:srgbClr val="000000"/>
                </a:solidFill>
                <a:latin typeface="Arial" panose="020B0604020202020204" pitchFamily="34" charset="0"/>
                <a:cs typeface="Times New Roman" panose="02020603050405020304" pitchFamily="18" charset="0"/>
              </a:rPr>
              <a:t>");  </a:t>
            </a:r>
            <a:r>
              <a:rPr lang="en-US" altLang="ar-SA" sz="1800" b="1" dirty="0">
                <a:solidFill>
                  <a:srgbClr val="000000"/>
                </a:solidFill>
                <a:latin typeface="Arial" panose="020B0604020202020204" pitchFamily="34" charset="0"/>
                <a:cs typeface="Times New Roman" panose="02020603050405020304" pitchFamily="18" charset="0"/>
              </a:rPr>
              <a:t>//</a:t>
            </a:r>
            <a:r>
              <a:rPr lang="en-US" sz="1800" b="1" dirty="0">
                <a:solidFill>
                  <a:srgbClr val="000000"/>
                </a:solidFill>
                <a:latin typeface="Arial" panose="020B0604020202020204" pitchFamily="34" charset="0"/>
                <a:cs typeface="Times New Roman" panose="02020603050405020304" pitchFamily="18" charset="0"/>
              </a:rPr>
              <a:t> </a:t>
            </a:r>
            <a:r>
              <a:rPr lang="en-US" sz="1800" b="1" dirty="0" err="1">
                <a:solidFill>
                  <a:srgbClr val="000000"/>
                </a:solidFill>
                <a:latin typeface="Arial" panose="020B0604020202020204" pitchFamily="34" charset="0"/>
                <a:cs typeface="Times New Roman" panose="02020603050405020304" pitchFamily="18" charset="0"/>
              </a:rPr>
              <a:t>SQLException</a:t>
            </a:r>
            <a:r>
              <a:rPr lang="en-US" sz="1800" b="1" dirty="0">
                <a:solidFill>
                  <a:srgbClr val="000000"/>
                </a:solidFill>
                <a:latin typeface="Arial" panose="020B0604020202020204" pitchFamily="34" charset="0"/>
                <a:cs typeface="Times New Roman" panose="02020603050405020304" pitchFamily="18" charset="0"/>
              </a:rPr>
              <a:t> occurs</a:t>
            </a:r>
            <a:endParaRPr lang="en-US" altLang="en-US" sz="1800" b="1" dirty="0">
              <a:solidFill>
                <a:srgbClr val="000000"/>
              </a:solidFill>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15320685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E87C-980F-A547-F28A-979560CEA3AA}"/>
              </a:ext>
            </a:extLst>
          </p:cNvPr>
          <p:cNvSpPr>
            <a:spLocks noGrp="1"/>
          </p:cNvSpPr>
          <p:nvPr>
            <p:ph type="title"/>
          </p:nvPr>
        </p:nvSpPr>
        <p:spPr/>
        <p:txBody>
          <a:bodyPr/>
          <a:lstStyle/>
          <a:p>
            <a:r>
              <a:rPr lang="en-US" b="1" dirty="0"/>
              <a:t>Throwing and Catching Exceptions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D4862B-FC74-E683-A723-C8EFA8122BC0}"/>
              </a:ext>
            </a:extLst>
          </p:cNvPr>
          <p:cNvSpPr>
            <a:spLocks noGrp="1"/>
          </p:cNvSpPr>
          <p:nvPr>
            <p:ph idx="1"/>
          </p:nvPr>
        </p:nvSpPr>
        <p:spPr>
          <a:xfrm>
            <a:off x="838200" y="1464677"/>
            <a:ext cx="10515600" cy="2962943"/>
          </a:xfrm>
        </p:spPr>
        <p:txBody>
          <a:bodyPr>
            <a:normAutofit/>
          </a:bodyPr>
          <a:lstStyle/>
          <a:p>
            <a:r>
              <a:rPr lang="en-US" sz="2000" dirty="0"/>
              <a:t>When an error occurs during execution, </a:t>
            </a:r>
            <a:r>
              <a:rPr lang="en-US" sz="1800" b="1" dirty="0"/>
              <a:t>Java</a:t>
            </a:r>
            <a:r>
              <a:rPr lang="en-US" sz="2000" b="1" dirty="0"/>
              <a:t> creates an exception object</a:t>
            </a:r>
            <a:r>
              <a:rPr lang="en-US" sz="2000" dirty="0"/>
              <a:t>.</a:t>
            </a:r>
          </a:p>
          <a:p>
            <a:r>
              <a:rPr lang="en-US" sz="2000" dirty="0"/>
              <a:t>The exception object contains debugging details such as:</a:t>
            </a:r>
          </a:p>
          <a:p>
            <a:pPr lvl="1">
              <a:buFont typeface="Wingdings" panose="05000000000000000000" pitchFamily="2" charset="2"/>
              <a:buChar char="ü"/>
            </a:pPr>
            <a:r>
              <a:rPr lang="en-US" sz="2000" dirty="0" smtClean="0"/>
              <a:t>Exception type</a:t>
            </a:r>
          </a:p>
          <a:p>
            <a:pPr lvl="1">
              <a:buFont typeface="Wingdings" panose="05000000000000000000" pitchFamily="2" charset="2"/>
              <a:buChar char="ü"/>
            </a:pPr>
            <a:r>
              <a:rPr lang="en-US" sz="2000" dirty="0" smtClean="0"/>
              <a:t>Error message</a:t>
            </a:r>
          </a:p>
          <a:p>
            <a:pPr lvl="1">
              <a:buFont typeface="Wingdings" panose="05000000000000000000" pitchFamily="2" charset="2"/>
              <a:buChar char="ü"/>
            </a:pPr>
            <a:r>
              <a:rPr lang="en-US" sz="2000" dirty="0" smtClean="0"/>
              <a:t>Line number</a:t>
            </a:r>
          </a:p>
          <a:p>
            <a:pPr lvl="1">
              <a:buFont typeface="Wingdings" panose="05000000000000000000" pitchFamily="2" charset="2"/>
              <a:buChar char="ü"/>
            </a:pPr>
            <a:r>
              <a:rPr lang="en-US" sz="2000" dirty="0" smtClean="0"/>
              <a:t>Method call hierarchy (stack trace)</a:t>
            </a:r>
          </a:p>
          <a:p>
            <a:r>
              <a:rPr lang="en-US" sz="2000" dirty="0" smtClean="0"/>
              <a:t>Creating </a:t>
            </a:r>
            <a:r>
              <a:rPr lang="en-US" sz="2000" dirty="0"/>
              <a:t>the exception object and passing it to the runtime system is called </a:t>
            </a:r>
            <a:r>
              <a:rPr lang="en-US" sz="2000" b="1" dirty="0"/>
              <a:t>throwing the exception</a:t>
            </a:r>
            <a:r>
              <a:rPr lang="en-US" sz="2000" dirty="0"/>
              <a:t>.</a:t>
            </a:r>
          </a:p>
          <a:p>
            <a:endParaRPr lang="en-US" sz="2000" dirty="0"/>
          </a:p>
        </p:txBody>
      </p:sp>
      <p:sp>
        <p:nvSpPr>
          <p:cNvPr id="10" name="Rectangle 9"/>
          <p:cNvSpPr/>
          <p:nvPr/>
        </p:nvSpPr>
        <p:spPr>
          <a:xfrm>
            <a:off x="838200" y="4427620"/>
            <a:ext cx="11077074" cy="2246769"/>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Exception Handling Process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an exception is thrown, the </a:t>
            </a:r>
            <a:r>
              <a:rPr lang="en-US" sz="2000" b="1" dirty="0">
                <a:latin typeface="Times New Roman" panose="02020603050405020304" pitchFamily="18" charset="0"/>
                <a:cs typeface="Times New Roman" panose="02020603050405020304" pitchFamily="18" charset="0"/>
              </a:rPr>
              <a:t>normal program flow stops</a:t>
            </a:r>
            <a:r>
              <a:rPr lang="en-US" sz="2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Java Runtime Environment (JRE)</a:t>
            </a:r>
            <a:r>
              <a:rPr lang="en-US" sz="2000" dirty="0">
                <a:latin typeface="Times New Roman" panose="02020603050405020304" pitchFamily="18" charset="0"/>
                <a:cs typeface="Times New Roman" panose="02020603050405020304" pitchFamily="18" charset="0"/>
              </a:rPr>
              <a:t> searches for a matching </a:t>
            </a:r>
            <a:r>
              <a:rPr lang="en-US" sz="2000" b="1" dirty="0">
                <a:latin typeface="Times New Roman" panose="02020603050405020304" pitchFamily="18" charset="0"/>
                <a:cs typeface="Times New Roman" panose="02020603050405020304" pitchFamily="18" charset="0"/>
              </a:rPr>
              <a:t>exception handler</a:t>
            </a:r>
            <a:r>
              <a:rPr lang="en-US" sz="2000" dirty="0">
                <a:latin typeface="Times New Roman" panose="02020603050405020304" pitchFamily="18" charset="0"/>
                <a:cs typeface="Times New Roman" panose="02020603050405020304" pitchFamily="18" charset="0"/>
              </a:rPr>
              <a:t> (catch block).</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search starts in the </a:t>
            </a:r>
            <a:r>
              <a:rPr lang="en-US" sz="2000" b="1" dirty="0">
                <a:latin typeface="Times New Roman" panose="02020603050405020304" pitchFamily="18" charset="0"/>
                <a:cs typeface="Times New Roman" panose="02020603050405020304" pitchFamily="18" charset="0"/>
              </a:rPr>
              <a:t>current method</a:t>
            </a:r>
            <a:r>
              <a:rPr lang="en-US" sz="2000" dirty="0">
                <a:latin typeface="Times New Roman" panose="02020603050405020304" pitchFamily="18" charset="0"/>
                <a:cs typeface="Times New Roman" panose="02020603050405020304" pitchFamily="18" charset="0"/>
              </a:rPr>
              <a:t> where the exception occurred.</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no handler is found, the search moves up the </a:t>
            </a:r>
            <a:r>
              <a:rPr lang="en-US" sz="2000" b="1" dirty="0">
                <a:latin typeface="Times New Roman" panose="02020603050405020304" pitchFamily="18" charset="0"/>
                <a:cs typeface="Times New Roman" panose="02020603050405020304" pitchFamily="18" charset="0"/>
              </a:rPr>
              <a:t>call stack</a:t>
            </a:r>
            <a:r>
              <a:rPr lang="en-US" sz="2000" dirty="0">
                <a:latin typeface="Times New Roman" panose="02020603050405020304" pitchFamily="18" charset="0"/>
                <a:cs typeface="Times New Roman" panose="02020603050405020304" pitchFamily="18" charset="0"/>
              </a:rPr>
              <a:t> (caller methods</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If call stack is A → B → C and error occurs in C, search moves: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 → B → A</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4023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E87C-980F-A547-F28A-979560CEA3AA}"/>
              </a:ext>
            </a:extLst>
          </p:cNvPr>
          <p:cNvSpPr>
            <a:spLocks noGrp="1"/>
          </p:cNvSpPr>
          <p:nvPr>
            <p:ph type="title"/>
          </p:nvPr>
        </p:nvSpPr>
        <p:spPr/>
        <p:txBody>
          <a:bodyPr/>
          <a:lstStyle/>
          <a:p>
            <a:r>
              <a:rPr lang="en-US" b="1" dirty="0"/>
              <a:t>Throwing and Catching Exceptions</a:t>
            </a:r>
            <a:endParaRPr lang="en-US" b="1" dirty="0">
              <a:latin typeface="Times New Roman" panose="02020603050405020304" pitchFamily="18" charset="0"/>
              <a:cs typeface="Times New Roman" panose="02020603050405020304" pitchFamily="18" charset="0"/>
            </a:endParaRPr>
          </a:p>
        </p:txBody>
      </p:sp>
      <p:sp>
        <p:nvSpPr>
          <p:cNvPr id="8" name="object 5"/>
          <p:cNvSpPr txBox="1"/>
          <p:nvPr/>
        </p:nvSpPr>
        <p:spPr>
          <a:xfrm>
            <a:off x="634563" y="1690433"/>
            <a:ext cx="5265683" cy="4473018"/>
          </a:xfrm>
          <a:prstGeom prst="rect">
            <a:avLst/>
          </a:prstGeom>
          <a:ln w="25400">
            <a:solidFill>
              <a:srgbClr val="FF0000"/>
            </a:solidFill>
          </a:ln>
        </p:spPr>
        <p:txBody>
          <a:bodyPr vert="horz" wrap="square" lIns="0" tIns="33019" rIns="0" bIns="0" rtlCol="0">
            <a:spAutoFit/>
          </a:bodyPr>
          <a:lstStyle/>
          <a:p>
            <a:pPr marL="91440">
              <a:spcBef>
                <a:spcPts val="259"/>
              </a:spcBef>
            </a:pPr>
            <a:r>
              <a:rPr lang="en-US" sz="1600" dirty="0"/>
              <a:t>public class </a:t>
            </a:r>
            <a:r>
              <a:rPr lang="en-US" sz="1600" dirty="0" err="1"/>
              <a:t>DebugExample</a:t>
            </a:r>
            <a:r>
              <a:rPr lang="en-US" sz="1600" dirty="0"/>
              <a:t> {</a:t>
            </a:r>
          </a:p>
          <a:p>
            <a:pPr marL="91440">
              <a:spcBef>
                <a:spcPts val="259"/>
              </a:spcBef>
            </a:pPr>
            <a:endParaRPr lang="en-US" sz="1600" dirty="0"/>
          </a:p>
          <a:p>
            <a:pPr marL="91440">
              <a:spcBef>
                <a:spcPts val="259"/>
              </a:spcBef>
            </a:pPr>
            <a:r>
              <a:rPr lang="en-US" sz="1600" dirty="0"/>
              <a:t>    public static void main(String[] </a:t>
            </a:r>
            <a:r>
              <a:rPr lang="en-US" sz="1600" dirty="0" err="1"/>
              <a:t>args</a:t>
            </a:r>
            <a:r>
              <a:rPr lang="en-US" sz="1600" dirty="0"/>
              <a:t>) {</a:t>
            </a:r>
          </a:p>
          <a:p>
            <a:pPr marL="91440">
              <a:spcBef>
                <a:spcPts val="259"/>
              </a:spcBef>
            </a:pPr>
            <a:r>
              <a:rPr lang="en-US" sz="1600" dirty="0"/>
              <a:t>        </a:t>
            </a:r>
            <a:r>
              <a:rPr lang="en-US" sz="1600" dirty="0" err="1"/>
              <a:t>methodA</a:t>
            </a:r>
            <a:r>
              <a:rPr lang="en-US" sz="1600" dirty="0"/>
              <a:t>();</a:t>
            </a:r>
          </a:p>
          <a:p>
            <a:pPr marL="91440">
              <a:spcBef>
                <a:spcPts val="259"/>
              </a:spcBef>
            </a:pPr>
            <a:r>
              <a:rPr lang="en-US" sz="1600" dirty="0"/>
              <a:t>    }</a:t>
            </a:r>
          </a:p>
          <a:p>
            <a:pPr marL="91440">
              <a:spcBef>
                <a:spcPts val="259"/>
              </a:spcBef>
            </a:pPr>
            <a:endParaRPr lang="en-US" sz="1600" dirty="0"/>
          </a:p>
          <a:p>
            <a:pPr marL="91440">
              <a:spcBef>
                <a:spcPts val="259"/>
              </a:spcBef>
            </a:pPr>
            <a:r>
              <a:rPr lang="en-US" sz="1600" dirty="0"/>
              <a:t>    static void </a:t>
            </a:r>
            <a:r>
              <a:rPr lang="en-US" sz="1600" dirty="0" err="1"/>
              <a:t>methodA</a:t>
            </a:r>
            <a:r>
              <a:rPr lang="en-US" sz="1600" dirty="0"/>
              <a:t>() {</a:t>
            </a:r>
          </a:p>
          <a:p>
            <a:pPr marL="91440">
              <a:spcBef>
                <a:spcPts val="259"/>
              </a:spcBef>
            </a:pPr>
            <a:r>
              <a:rPr lang="en-US" sz="1600" dirty="0"/>
              <a:t>        </a:t>
            </a:r>
            <a:r>
              <a:rPr lang="en-US" sz="1600" dirty="0" err="1"/>
              <a:t>methodB</a:t>
            </a:r>
            <a:r>
              <a:rPr lang="en-US" sz="1600" dirty="0"/>
              <a:t>();</a:t>
            </a:r>
          </a:p>
          <a:p>
            <a:pPr marL="91440">
              <a:spcBef>
                <a:spcPts val="259"/>
              </a:spcBef>
            </a:pPr>
            <a:r>
              <a:rPr lang="en-US" sz="1600" dirty="0"/>
              <a:t>    }</a:t>
            </a:r>
          </a:p>
          <a:p>
            <a:pPr marL="91440">
              <a:spcBef>
                <a:spcPts val="259"/>
              </a:spcBef>
            </a:pPr>
            <a:endParaRPr lang="en-US" sz="1600" dirty="0"/>
          </a:p>
          <a:p>
            <a:pPr marL="91440">
              <a:spcBef>
                <a:spcPts val="259"/>
              </a:spcBef>
            </a:pPr>
            <a:r>
              <a:rPr lang="en-US" sz="1600" dirty="0"/>
              <a:t>    static void </a:t>
            </a:r>
            <a:r>
              <a:rPr lang="en-US" sz="1600" dirty="0" err="1"/>
              <a:t>methodB</a:t>
            </a:r>
            <a:r>
              <a:rPr lang="en-US" sz="1600" dirty="0"/>
              <a:t>() {</a:t>
            </a:r>
          </a:p>
          <a:p>
            <a:pPr marL="91440">
              <a:spcBef>
                <a:spcPts val="259"/>
              </a:spcBef>
            </a:pPr>
            <a:r>
              <a:rPr lang="en-US" sz="1600" dirty="0"/>
              <a:t>        </a:t>
            </a:r>
            <a:r>
              <a:rPr lang="en-US" sz="1600" dirty="0" err="1"/>
              <a:t>int</a:t>
            </a:r>
            <a:r>
              <a:rPr lang="en-US" sz="1600" dirty="0"/>
              <a:t> result = 10 / 0;   // Error occurs here</a:t>
            </a:r>
          </a:p>
          <a:p>
            <a:pPr marL="91440">
              <a:spcBef>
                <a:spcPts val="259"/>
              </a:spcBef>
            </a:pPr>
            <a:r>
              <a:rPr lang="en-US" sz="1600" dirty="0"/>
              <a:t>    }</a:t>
            </a:r>
          </a:p>
          <a:p>
            <a:pPr marL="91440">
              <a:spcBef>
                <a:spcPts val="259"/>
              </a:spcBef>
            </a:pPr>
            <a:r>
              <a:rPr lang="en-US" sz="1600" dirty="0"/>
              <a:t>}</a:t>
            </a:r>
          </a:p>
        </p:txBody>
      </p:sp>
      <p:sp>
        <p:nvSpPr>
          <p:cNvPr id="7" name="Rectangle 6"/>
          <p:cNvSpPr/>
          <p:nvPr/>
        </p:nvSpPr>
        <p:spPr>
          <a:xfrm>
            <a:off x="6096000" y="1690433"/>
            <a:ext cx="5947611" cy="181588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600" dirty="0"/>
              <a:t>Exception in thread "main" </a:t>
            </a:r>
            <a:r>
              <a:rPr lang="en-US" sz="1600" dirty="0" err="1"/>
              <a:t>java.lang.ArithmeticException</a:t>
            </a:r>
            <a:r>
              <a:rPr lang="en-US" sz="1600" dirty="0"/>
              <a:t>: / by zero</a:t>
            </a:r>
          </a:p>
          <a:p>
            <a:r>
              <a:rPr lang="en-US" sz="1600" dirty="0"/>
              <a:t>    at </a:t>
            </a:r>
            <a:r>
              <a:rPr lang="en-US" sz="1600" dirty="0" err="1"/>
              <a:t>DebugExample.methodB</a:t>
            </a:r>
            <a:r>
              <a:rPr lang="en-US" sz="1600" dirty="0"/>
              <a:t>(DebugExample.java:13)</a:t>
            </a:r>
          </a:p>
          <a:p>
            <a:r>
              <a:rPr lang="en-US" sz="1600" dirty="0"/>
              <a:t>    at </a:t>
            </a:r>
            <a:r>
              <a:rPr lang="en-US" sz="1600" dirty="0" err="1"/>
              <a:t>DebugExample.methodA</a:t>
            </a:r>
            <a:r>
              <a:rPr lang="en-US" sz="1600" dirty="0"/>
              <a:t>(DebugExample.java:9)</a:t>
            </a:r>
          </a:p>
          <a:p>
            <a:r>
              <a:rPr lang="en-US" sz="1600" dirty="0"/>
              <a:t>    at </a:t>
            </a:r>
            <a:r>
              <a:rPr lang="en-US" sz="1600" dirty="0" err="1"/>
              <a:t>DebugExample.main</a:t>
            </a:r>
            <a:r>
              <a:rPr lang="en-US" sz="1600" dirty="0"/>
              <a:t>(DebugExample.java:5)</a:t>
            </a:r>
          </a:p>
        </p:txBody>
      </p:sp>
      <p:sp>
        <p:nvSpPr>
          <p:cNvPr id="4" name="Rectangle 3"/>
          <p:cNvSpPr/>
          <p:nvPr/>
        </p:nvSpPr>
        <p:spPr>
          <a:xfrm>
            <a:off x="6096000" y="3926942"/>
            <a:ext cx="7547811" cy="2800767"/>
          </a:xfrm>
          <a:prstGeom prst="rect">
            <a:avLst/>
          </a:prstGeom>
        </p:spPr>
        <p:txBody>
          <a:bodyPr wrap="square">
            <a:spAutoFit/>
          </a:bodyPr>
          <a:lstStyle/>
          <a:p>
            <a:r>
              <a:rPr lang="en-US" sz="1600" b="1" dirty="0"/>
              <a:t>Exception Type:</a:t>
            </a:r>
            <a:r>
              <a:rPr lang="en-US" sz="1600" dirty="0"/>
              <a:t/>
            </a:r>
            <a:br>
              <a:rPr lang="en-US" sz="1600" dirty="0"/>
            </a:br>
            <a:r>
              <a:rPr lang="en-US" sz="1600" dirty="0" err="1"/>
              <a:t>java.lang.ArithmeticException</a:t>
            </a:r>
            <a:endParaRPr lang="en-US" sz="1600" dirty="0"/>
          </a:p>
          <a:p>
            <a:r>
              <a:rPr lang="en-US" sz="1600" b="1" dirty="0"/>
              <a:t>Error Message:</a:t>
            </a:r>
            <a:r>
              <a:rPr lang="en-US" sz="1600" dirty="0"/>
              <a:t/>
            </a:r>
            <a:br>
              <a:rPr lang="en-US" sz="1600" dirty="0"/>
            </a:br>
            <a:r>
              <a:rPr lang="en-US" sz="1600" dirty="0"/>
              <a:t>/ by zero</a:t>
            </a:r>
          </a:p>
          <a:p>
            <a:r>
              <a:rPr lang="en-US" sz="1600" b="1" dirty="0"/>
              <a:t>Line Number:</a:t>
            </a:r>
            <a:r>
              <a:rPr lang="en-US" sz="1600" dirty="0"/>
              <a:t/>
            </a:r>
            <a:br>
              <a:rPr lang="en-US" sz="1600" dirty="0"/>
            </a:br>
            <a:r>
              <a:rPr lang="en-US" sz="1600" dirty="0"/>
              <a:t>DebugExample.java:13</a:t>
            </a:r>
            <a:br>
              <a:rPr lang="en-US" sz="1600" dirty="0"/>
            </a:br>
            <a:r>
              <a:rPr lang="en-US" sz="1600" dirty="0"/>
              <a:t>(The exact line where the error occurred)</a:t>
            </a:r>
          </a:p>
          <a:p>
            <a:r>
              <a:rPr lang="en-US" sz="1600" b="1" dirty="0"/>
              <a:t>Method Call Hierarchy (Stack Trace</a:t>
            </a:r>
            <a:r>
              <a:rPr lang="en-US" sz="1600" b="1" dirty="0" smtClean="0"/>
              <a:t>):</a:t>
            </a:r>
          </a:p>
          <a:p>
            <a:pPr lvl="0">
              <a:defRPr/>
            </a:pPr>
            <a:r>
              <a:rPr lang="en-US" sz="1600" dirty="0" smtClean="0"/>
              <a:t>	</a:t>
            </a:r>
            <a:r>
              <a:rPr lang="en-US" sz="1600" dirty="0" err="1" smtClean="0"/>
              <a:t>methodB</a:t>
            </a:r>
            <a:r>
              <a:rPr lang="en-US" sz="1600" dirty="0" smtClean="0"/>
              <a:t> </a:t>
            </a:r>
            <a:r>
              <a:rPr lang="en-US" sz="1600" dirty="0"/>
              <a:t>→ </a:t>
            </a:r>
            <a:r>
              <a:rPr lang="en-US" sz="1600" dirty="0" err="1"/>
              <a:t>methodA</a:t>
            </a:r>
            <a:r>
              <a:rPr lang="en-US" sz="1600" dirty="0"/>
              <a:t> → main</a:t>
            </a:r>
          </a:p>
          <a:p>
            <a:endParaRPr lang="en-US" sz="1600" dirty="0"/>
          </a:p>
          <a:p>
            <a:endParaRPr lang="en-US" sz="1600" dirty="0"/>
          </a:p>
        </p:txBody>
      </p:sp>
    </p:spTree>
    <p:extLst>
      <p:ext uri="{BB962C8B-B14F-4D97-AF65-F5344CB8AC3E}">
        <p14:creationId xmlns:p14="http://schemas.microsoft.com/office/powerpoint/2010/main" val="290919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1046261"/>
            <a:ext cx="10058400" cy="5657850"/>
          </a:xfrm>
          <a:prstGeom prst="rect">
            <a:avLst/>
          </a:prstGeom>
        </p:spPr>
      </p:pic>
      <p:sp>
        <p:nvSpPr>
          <p:cNvPr id="2" name="Title 1">
            <a:extLst>
              <a:ext uri="{FF2B5EF4-FFF2-40B4-BE49-F238E27FC236}">
                <a16:creationId xmlns:a16="http://schemas.microsoft.com/office/drawing/2014/main" id="{EAD9E87C-980F-A547-F28A-979560CEA3AA}"/>
              </a:ext>
            </a:extLst>
          </p:cNvPr>
          <p:cNvSpPr>
            <a:spLocks noGrp="1"/>
          </p:cNvSpPr>
          <p:nvPr>
            <p:ph type="title"/>
          </p:nvPr>
        </p:nvSpPr>
        <p:spPr/>
        <p:txBody>
          <a:bodyPr/>
          <a:lstStyle/>
          <a:p>
            <a:r>
              <a:rPr lang="en-US" b="1" dirty="0"/>
              <a:t>Throwing and Catching Exceptions</a:t>
            </a:r>
            <a:endParaRPr lang="en-US"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0053" y="6550223"/>
            <a:ext cx="3043989" cy="307777"/>
          </a:xfrm>
          <a:prstGeom prst="rect">
            <a:avLst/>
          </a:prstGeom>
          <a:noFill/>
        </p:spPr>
        <p:txBody>
          <a:bodyPr wrap="square" rtlCol="0">
            <a:spAutoFit/>
          </a:bodyPr>
          <a:lstStyle/>
          <a:p>
            <a:r>
              <a:rPr lang="en-US" sz="1400" dirty="0" smtClean="0"/>
              <a:t>Source: </a:t>
            </a:r>
            <a:r>
              <a:rPr lang="en-US" sz="1400" dirty="0" smtClean="0">
                <a:hlinkClick r:id="rId4"/>
              </a:rPr>
              <a:t>Online</a:t>
            </a:r>
            <a:endParaRPr lang="en-US" sz="1400" dirty="0"/>
          </a:p>
        </p:txBody>
      </p:sp>
    </p:spTree>
    <p:extLst>
      <p:ext uri="{BB962C8B-B14F-4D97-AF65-F5344CB8AC3E}">
        <p14:creationId xmlns:p14="http://schemas.microsoft.com/office/powerpoint/2010/main" val="38784739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09390" y="751382"/>
            <a:ext cx="9962294" cy="5606055"/>
          </a:xfrm>
        </p:spPr>
      </p:pic>
      <p:sp>
        <p:nvSpPr>
          <p:cNvPr id="2" name="Title 1"/>
          <p:cNvSpPr>
            <a:spLocks noGrp="1"/>
          </p:cNvSpPr>
          <p:nvPr>
            <p:ph type="title"/>
          </p:nvPr>
        </p:nvSpPr>
        <p:spPr/>
        <p:txBody>
          <a:bodyPr/>
          <a:lstStyle/>
          <a:p>
            <a:r>
              <a:rPr lang="en-US" sz="3600" dirty="0">
                <a:latin typeface="ADLaM Display" panose="02010000000000000000" pitchFamily="2" charset="0"/>
                <a:ea typeface="ADLaM Display" panose="02010000000000000000" pitchFamily="2" charset="0"/>
                <a:cs typeface="ADLaM Display" panose="02010000000000000000" pitchFamily="2" charset="0"/>
              </a:rPr>
              <a:t>Exceptions</a:t>
            </a:r>
            <a:r>
              <a:rPr lang="en-US" sz="3600" spc="-5" dirty="0">
                <a:latin typeface="ADLaM Display" panose="02010000000000000000" pitchFamily="2" charset="0"/>
                <a:ea typeface="ADLaM Display" panose="02010000000000000000" pitchFamily="2" charset="0"/>
                <a:cs typeface="ADLaM Display" panose="02010000000000000000" pitchFamily="2" charset="0"/>
              </a:rPr>
              <a:t> </a:t>
            </a:r>
            <a:r>
              <a:rPr lang="en-US" sz="3600" spc="-10" dirty="0">
                <a:latin typeface="ADLaM Display" panose="02010000000000000000" pitchFamily="2" charset="0"/>
                <a:ea typeface="ADLaM Display" panose="02010000000000000000" pitchFamily="2" charset="0"/>
                <a:cs typeface="ADLaM Display" panose="02010000000000000000" pitchFamily="2" charset="0"/>
              </a:rPr>
              <a:t>Types</a:t>
            </a:r>
            <a:endParaRPr lang="en-US" dirty="0"/>
          </a:p>
        </p:txBody>
      </p:sp>
    </p:spTree>
    <p:extLst>
      <p:ext uri="{BB962C8B-B14F-4D97-AF65-F5344CB8AC3E}">
        <p14:creationId xmlns:p14="http://schemas.microsoft.com/office/powerpoint/2010/main" val="15544930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ADLaM Display" panose="02010000000000000000" pitchFamily="2" charset="0"/>
                <a:ea typeface="ADLaM Display" panose="02010000000000000000" pitchFamily="2" charset="0"/>
                <a:cs typeface="ADLaM Display" panose="02010000000000000000" pitchFamily="2" charset="0"/>
              </a:rPr>
              <a:t>Exceptions</a:t>
            </a:r>
            <a:r>
              <a:rPr lang="en-US" sz="3600" spc="-5" dirty="0">
                <a:latin typeface="ADLaM Display" panose="02010000000000000000" pitchFamily="2" charset="0"/>
                <a:ea typeface="ADLaM Display" panose="02010000000000000000" pitchFamily="2" charset="0"/>
                <a:cs typeface="ADLaM Display" panose="02010000000000000000" pitchFamily="2" charset="0"/>
              </a:rPr>
              <a:t> </a:t>
            </a:r>
            <a:r>
              <a:rPr lang="en-US" sz="3600" spc="-10" dirty="0">
                <a:latin typeface="ADLaM Display" panose="02010000000000000000" pitchFamily="2" charset="0"/>
                <a:ea typeface="ADLaM Display" panose="02010000000000000000" pitchFamily="2" charset="0"/>
                <a:cs typeface="ADLaM Display" panose="02010000000000000000" pitchFamily="2" charset="0"/>
              </a:rPr>
              <a:t>Types</a:t>
            </a:r>
            <a:endParaRPr lang="en-US" dirty="0"/>
          </a:p>
        </p:txBody>
      </p:sp>
      <p:sp>
        <p:nvSpPr>
          <p:cNvPr id="3" name="Content Placeholder 2"/>
          <p:cNvSpPr>
            <a:spLocks noGrp="1"/>
          </p:cNvSpPr>
          <p:nvPr>
            <p:ph idx="1"/>
          </p:nvPr>
        </p:nvSpPr>
        <p:spPr>
          <a:xfrm>
            <a:off x="838200" y="1825625"/>
            <a:ext cx="5334000" cy="4351338"/>
          </a:xfrm>
        </p:spPr>
        <p:txBody>
          <a:bodyPr/>
          <a:lstStyle/>
          <a:p>
            <a:pPr marL="0" indent="0">
              <a:buNone/>
            </a:pPr>
            <a:r>
              <a:rPr lang="en-US" b="1" dirty="0" smtClean="0"/>
              <a:t>The Two Types of Exception in Java:</a:t>
            </a:r>
          </a:p>
          <a:p>
            <a:pPr marL="0" indent="0">
              <a:buNone/>
            </a:pPr>
            <a:endParaRPr lang="en-US" dirty="0" smtClean="0"/>
          </a:p>
          <a:p>
            <a:pPr lvl="1"/>
            <a:endParaRPr lang="en-US" b="1" dirty="0" smtClean="0"/>
          </a:p>
          <a:p>
            <a:endParaRPr lang="en-US" dirty="0"/>
          </a:p>
        </p:txBody>
      </p:sp>
      <p:pic>
        <p:nvPicPr>
          <p:cNvPr id="14" name="Picture 2"/>
          <p:cNvPicPr>
            <a:picLocks noChangeAspect="1"/>
          </p:cNvPicPr>
          <p:nvPr/>
        </p:nvPicPr>
        <p:blipFill>
          <a:blip r:embed="rId3"/>
          <a:stretch>
            <a:fillRect/>
          </a:stretch>
        </p:blipFill>
        <p:spPr>
          <a:xfrm>
            <a:off x="0" y="1371600"/>
            <a:ext cx="12192000" cy="5881437"/>
          </a:xfrm>
          <a:prstGeom prst="rect">
            <a:avLst/>
          </a:prstGeom>
        </p:spPr>
      </p:pic>
    </p:spTree>
    <p:extLst>
      <p:ext uri="{BB962C8B-B14F-4D97-AF65-F5344CB8AC3E}">
        <p14:creationId xmlns:p14="http://schemas.microsoft.com/office/powerpoint/2010/main" val="39423199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ADLaM Display" panose="02010000000000000000" pitchFamily="2" charset="0"/>
                <a:ea typeface="ADLaM Display" panose="02010000000000000000" pitchFamily="2" charset="0"/>
                <a:cs typeface="ADLaM Display" panose="02010000000000000000" pitchFamily="2" charset="0"/>
              </a:rPr>
              <a:t>Exceptions</a:t>
            </a:r>
            <a:r>
              <a:rPr lang="en-US" sz="3600" spc="-5" dirty="0">
                <a:latin typeface="ADLaM Display" panose="02010000000000000000" pitchFamily="2" charset="0"/>
                <a:ea typeface="ADLaM Display" panose="02010000000000000000" pitchFamily="2" charset="0"/>
                <a:cs typeface="ADLaM Display" panose="02010000000000000000" pitchFamily="2" charset="0"/>
              </a:rPr>
              <a:t> </a:t>
            </a:r>
            <a:r>
              <a:rPr lang="en-US" sz="3600" spc="-10" dirty="0">
                <a:latin typeface="ADLaM Display" panose="02010000000000000000" pitchFamily="2" charset="0"/>
                <a:ea typeface="ADLaM Display" panose="02010000000000000000" pitchFamily="2" charset="0"/>
                <a:cs typeface="ADLaM Display" panose="02010000000000000000" pitchFamily="2" charset="0"/>
              </a:rPr>
              <a:t>Types</a:t>
            </a:r>
            <a:endParaRPr lang="en-US" dirty="0"/>
          </a:p>
        </p:txBody>
      </p:sp>
      <p:sp>
        <p:nvSpPr>
          <p:cNvPr id="3" name="Content Placeholder 2"/>
          <p:cNvSpPr>
            <a:spLocks noGrp="1"/>
          </p:cNvSpPr>
          <p:nvPr>
            <p:ph idx="1"/>
          </p:nvPr>
        </p:nvSpPr>
        <p:spPr>
          <a:xfrm>
            <a:off x="838200" y="1825625"/>
            <a:ext cx="5334000" cy="4351338"/>
          </a:xfrm>
        </p:spPr>
        <p:txBody>
          <a:bodyPr/>
          <a:lstStyle/>
          <a:p>
            <a:pPr marL="0" indent="0">
              <a:buNone/>
            </a:pPr>
            <a:r>
              <a:rPr lang="en-US" b="1" dirty="0" smtClean="0"/>
              <a:t>The Two Types of Exception in Java:</a:t>
            </a:r>
          </a:p>
          <a:p>
            <a:pPr marL="0" indent="0">
              <a:buNone/>
            </a:pPr>
            <a:endParaRPr lang="en-US" dirty="0" smtClean="0"/>
          </a:p>
          <a:p>
            <a:pPr lvl="1"/>
            <a:endParaRPr lang="en-US" b="1" dirty="0" smtClean="0"/>
          </a:p>
          <a:p>
            <a:endParaRPr lang="en-US" dirty="0"/>
          </a:p>
        </p:txBody>
      </p:sp>
      <p:graphicFrame>
        <p:nvGraphicFramePr>
          <p:cNvPr id="13" name="Table 12"/>
          <p:cNvGraphicFramePr>
            <a:graphicFrameLocks noGrp="1"/>
          </p:cNvGraphicFramePr>
          <p:nvPr>
            <p:extLst>
              <p:ext uri="{D42A27DB-BD31-4B8C-83A1-F6EECF244321}">
                <p14:modId xmlns:p14="http://schemas.microsoft.com/office/powerpoint/2010/main" val="3621260507"/>
              </p:ext>
            </p:extLst>
          </p:nvPr>
        </p:nvGraphicFramePr>
        <p:xfrm>
          <a:off x="5257801" y="774203"/>
          <a:ext cx="6653462" cy="4858838"/>
        </p:xfrm>
        <a:graphic>
          <a:graphicData uri="http://schemas.openxmlformats.org/drawingml/2006/table">
            <a:tbl>
              <a:tblPr>
                <a:tableStyleId>{616DA210-FB5B-4158-B5E0-FEB733F419BA}</a:tableStyleId>
              </a:tblPr>
              <a:tblGrid>
                <a:gridCol w="1672389">
                  <a:extLst>
                    <a:ext uri="{9D8B030D-6E8A-4147-A177-3AD203B41FA5}">
                      <a16:colId xmlns:a16="http://schemas.microsoft.com/office/drawing/2014/main" val="2061674998"/>
                    </a:ext>
                  </a:extLst>
                </a:gridCol>
                <a:gridCol w="2658979">
                  <a:extLst>
                    <a:ext uri="{9D8B030D-6E8A-4147-A177-3AD203B41FA5}">
                      <a16:colId xmlns:a16="http://schemas.microsoft.com/office/drawing/2014/main" val="2327161599"/>
                    </a:ext>
                  </a:extLst>
                </a:gridCol>
                <a:gridCol w="2322094">
                  <a:extLst>
                    <a:ext uri="{9D8B030D-6E8A-4147-A177-3AD203B41FA5}">
                      <a16:colId xmlns:a16="http://schemas.microsoft.com/office/drawing/2014/main" val="746658922"/>
                    </a:ext>
                  </a:extLst>
                </a:gridCol>
              </a:tblGrid>
              <a:tr h="741776">
                <a:tc>
                  <a:txBody>
                    <a:bodyPr/>
                    <a:lstStyle/>
                    <a:p>
                      <a:pPr algn="ctr" fontAlgn="ctr"/>
                      <a:r>
                        <a:rPr lang="en-US" sz="1800" b="1" u="none" strike="noStrike" dirty="0">
                          <a:solidFill>
                            <a:schemeClr val="bg1"/>
                          </a:solidFill>
                          <a:effectLst/>
                        </a:rPr>
                        <a:t>Feature</a:t>
                      </a:r>
                      <a:endParaRPr lang="en-US" sz="1800" b="1" i="0" u="none" strike="noStrike" dirty="0">
                        <a:solidFill>
                          <a:schemeClr val="bg1"/>
                        </a:solidFill>
                        <a:effectLst/>
                        <a:latin typeface="Calibri" panose="020F0502020204030204" pitchFamily="34" charset="0"/>
                      </a:endParaRPr>
                    </a:p>
                  </a:txBody>
                  <a:tcPr marL="3022" marR="3022" marT="3022" marB="0" anchor="ctr">
                    <a:solidFill>
                      <a:schemeClr val="accent4"/>
                    </a:solidFill>
                  </a:tcPr>
                </a:tc>
                <a:tc>
                  <a:txBody>
                    <a:bodyPr/>
                    <a:lstStyle/>
                    <a:p>
                      <a:pPr algn="ctr" fontAlgn="ctr"/>
                      <a:r>
                        <a:rPr lang="en-US" sz="1800" b="1" u="none" strike="noStrike" dirty="0">
                          <a:solidFill>
                            <a:schemeClr val="bg1"/>
                          </a:solidFill>
                          <a:effectLst/>
                        </a:rPr>
                        <a:t>Checked Exceptions</a:t>
                      </a:r>
                      <a:endParaRPr lang="en-US" sz="1800" b="1" i="0" u="none" strike="noStrike" dirty="0">
                        <a:solidFill>
                          <a:schemeClr val="bg1"/>
                        </a:solidFill>
                        <a:effectLst/>
                        <a:latin typeface="Calibri" panose="020F0502020204030204" pitchFamily="34" charset="0"/>
                      </a:endParaRPr>
                    </a:p>
                  </a:txBody>
                  <a:tcPr marL="3022" marR="3022" marT="3022" marB="0" anchor="ctr">
                    <a:solidFill>
                      <a:schemeClr val="accent4"/>
                    </a:solidFill>
                  </a:tcPr>
                </a:tc>
                <a:tc>
                  <a:txBody>
                    <a:bodyPr/>
                    <a:lstStyle/>
                    <a:p>
                      <a:pPr algn="ctr" fontAlgn="ctr"/>
                      <a:r>
                        <a:rPr lang="en-US" sz="1800" b="1" u="none" strike="noStrike" dirty="0">
                          <a:solidFill>
                            <a:schemeClr val="bg1"/>
                          </a:solidFill>
                          <a:effectLst/>
                        </a:rPr>
                        <a:t>Unchecked Exceptions</a:t>
                      </a:r>
                      <a:endParaRPr lang="en-US" sz="1800" b="1" i="0" u="none" strike="noStrike" dirty="0">
                        <a:solidFill>
                          <a:schemeClr val="bg1"/>
                        </a:solidFill>
                        <a:effectLst/>
                        <a:latin typeface="Calibri" panose="020F0502020204030204" pitchFamily="34" charset="0"/>
                      </a:endParaRPr>
                    </a:p>
                  </a:txBody>
                  <a:tcPr marL="3022" marR="3022" marT="3022" marB="0" anchor="ctr">
                    <a:solidFill>
                      <a:schemeClr val="accent4"/>
                    </a:solidFill>
                  </a:tcPr>
                </a:tc>
                <a:extLst>
                  <a:ext uri="{0D108BD9-81ED-4DB2-BD59-A6C34878D82A}">
                    <a16:rowId xmlns:a16="http://schemas.microsoft.com/office/drawing/2014/main" val="3099987316"/>
                  </a:ext>
                </a:extLst>
              </a:tr>
              <a:tr h="350524">
                <a:tc>
                  <a:txBody>
                    <a:bodyPr/>
                    <a:lstStyle/>
                    <a:p>
                      <a:pPr lvl="1" algn="l" fontAlgn="ctr"/>
                      <a:r>
                        <a:rPr lang="en-US" sz="1400" b="1" u="none" strike="noStrike" dirty="0">
                          <a:effectLst/>
                        </a:rPr>
                        <a:t>Compiler Check</a:t>
                      </a:r>
                      <a:endParaRPr lang="en-US" sz="1400" b="1" i="0" u="none" strike="noStrike" dirty="0">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a:effectLst/>
                        </a:rPr>
                        <a:t>Checked at compile time</a:t>
                      </a:r>
                      <a:endParaRPr lang="en-US" sz="1400" b="0" i="0" u="none" strike="noStrike">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dirty="0">
                          <a:effectLst/>
                        </a:rPr>
                        <a:t>Not checked by compiler</a:t>
                      </a:r>
                      <a:endParaRPr lang="en-US" sz="1400" b="0" i="0" u="none" strike="noStrike" dirty="0">
                        <a:solidFill>
                          <a:srgbClr val="000000"/>
                        </a:solidFill>
                        <a:effectLst/>
                        <a:latin typeface="Calibri" panose="020F0502020204030204" pitchFamily="34" charset="0"/>
                      </a:endParaRPr>
                    </a:p>
                  </a:txBody>
                  <a:tcPr marL="3022" marR="3022" marT="3022" marB="0" anchor="ctr"/>
                </a:tc>
                <a:extLst>
                  <a:ext uri="{0D108BD9-81ED-4DB2-BD59-A6C34878D82A}">
                    <a16:rowId xmlns:a16="http://schemas.microsoft.com/office/drawing/2014/main" val="2099067241"/>
                  </a:ext>
                </a:extLst>
              </a:tr>
              <a:tr h="610396">
                <a:tc>
                  <a:txBody>
                    <a:bodyPr/>
                    <a:lstStyle/>
                    <a:p>
                      <a:pPr lvl="1" algn="l" fontAlgn="ctr"/>
                      <a:r>
                        <a:rPr lang="en-US" sz="1400" b="1" u="none" strike="noStrike" dirty="0">
                          <a:effectLst/>
                        </a:rPr>
                        <a:t>Handling Requirement</a:t>
                      </a:r>
                      <a:endParaRPr lang="en-US" sz="1400" b="1" i="0" u="none" strike="noStrike" dirty="0">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dirty="0">
                          <a:effectLst/>
                        </a:rPr>
                        <a:t>Must be handled (try-catch) or declared using throws</a:t>
                      </a:r>
                      <a:endParaRPr lang="en-US" sz="1400" b="0" i="0" u="none" strike="noStrike" dirty="0">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dirty="0">
                          <a:effectLst/>
                        </a:rPr>
                        <a:t>Handling is optional</a:t>
                      </a:r>
                      <a:endParaRPr lang="en-US" sz="1400" b="0" i="0" u="none" strike="noStrike" dirty="0">
                        <a:solidFill>
                          <a:srgbClr val="000000"/>
                        </a:solidFill>
                        <a:effectLst/>
                        <a:latin typeface="Calibri" panose="020F0502020204030204" pitchFamily="34" charset="0"/>
                      </a:endParaRPr>
                    </a:p>
                  </a:txBody>
                  <a:tcPr marL="3022" marR="3022" marT="3022" marB="0" anchor="ctr"/>
                </a:tc>
                <a:extLst>
                  <a:ext uri="{0D108BD9-81ED-4DB2-BD59-A6C34878D82A}">
                    <a16:rowId xmlns:a16="http://schemas.microsoft.com/office/drawing/2014/main" val="3172461903"/>
                  </a:ext>
                </a:extLst>
              </a:tr>
              <a:tr h="701049">
                <a:tc>
                  <a:txBody>
                    <a:bodyPr/>
                    <a:lstStyle/>
                    <a:p>
                      <a:pPr lvl="1" algn="l" fontAlgn="ctr"/>
                      <a:r>
                        <a:rPr lang="en-US" sz="1400" b="1" u="none" strike="noStrike" dirty="0">
                          <a:effectLst/>
                        </a:rPr>
                        <a:t>When They Occur</a:t>
                      </a:r>
                      <a:endParaRPr lang="en-US" sz="1400" b="1" i="0" u="none" strike="noStrike" dirty="0">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a:effectLst/>
                        </a:rPr>
                        <a:t>Occur during runtime but verified at compile time</a:t>
                      </a:r>
                      <a:endParaRPr lang="en-US" sz="1400" b="0" i="0" u="none" strike="noStrike">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dirty="0">
                          <a:effectLst/>
                        </a:rPr>
                        <a:t>Occur at runtime</a:t>
                      </a:r>
                      <a:endParaRPr lang="en-US" sz="1400" b="0" i="0" u="none" strike="noStrike" dirty="0">
                        <a:solidFill>
                          <a:srgbClr val="000000"/>
                        </a:solidFill>
                        <a:effectLst/>
                        <a:latin typeface="Calibri" panose="020F0502020204030204" pitchFamily="34" charset="0"/>
                      </a:endParaRPr>
                    </a:p>
                  </a:txBody>
                  <a:tcPr marL="3022" marR="3022" marT="3022" marB="0" anchor="ctr"/>
                </a:tc>
                <a:extLst>
                  <a:ext uri="{0D108BD9-81ED-4DB2-BD59-A6C34878D82A}">
                    <a16:rowId xmlns:a16="http://schemas.microsoft.com/office/drawing/2014/main" val="1644403815"/>
                  </a:ext>
                </a:extLst>
              </a:tr>
              <a:tr h="698027">
                <a:tc>
                  <a:txBody>
                    <a:bodyPr/>
                    <a:lstStyle/>
                    <a:p>
                      <a:pPr lvl="1" algn="l" fontAlgn="ctr"/>
                      <a:r>
                        <a:rPr lang="en-US" sz="1400" b="1" u="none" strike="noStrike" dirty="0">
                          <a:effectLst/>
                        </a:rPr>
                        <a:t>Class Hierarchy</a:t>
                      </a:r>
                      <a:endParaRPr lang="en-US" sz="1400" b="1" i="0" u="none" strike="noStrike" dirty="0">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a:effectLst/>
                        </a:rPr>
                        <a:t>All exceptions except RuntimeException and Error classes</a:t>
                      </a:r>
                      <a:endParaRPr lang="en-US" sz="1400" b="0" i="0" u="none" strike="noStrike">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dirty="0" err="1">
                          <a:effectLst/>
                        </a:rPr>
                        <a:t>RuntimeException</a:t>
                      </a:r>
                      <a:r>
                        <a:rPr lang="en-US" sz="1400" u="none" strike="noStrike" dirty="0">
                          <a:effectLst/>
                        </a:rPr>
                        <a:t> and its subclasses, Error and its subclasses</a:t>
                      </a:r>
                      <a:endParaRPr lang="en-US" sz="1400" b="0" i="0" u="none" strike="noStrike" dirty="0">
                        <a:solidFill>
                          <a:srgbClr val="000000"/>
                        </a:solidFill>
                        <a:effectLst/>
                        <a:latin typeface="Arial Unicode MS" panose="020B0604020202020204" pitchFamily="34" charset="-128"/>
                        <a:ea typeface="Arial Unicode MS" panose="020B0604020202020204" pitchFamily="34" charset="-128"/>
                      </a:endParaRPr>
                    </a:p>
                  </a:txBody>
                  <a:tcPr marL="3022" marR="3022" marT="3022" marB="0" anchor="ctr"/>
                </a:tc>
                <a:extLst>
                  <a:ext uri="{0D108BD9-81ED-4DB2-BD59-A6C34878D82A}">
                    <a16:rowId xmlns:a16="http://schemas.microsoft.com/office/drawing/2014/main" val="1576786425"/>
                  </a:ext>
                </a:extLst>
              </a:tr>
              <a:tr h="788680">
                <a:tc>
                  <a:txBody>
                    <a:bodyPr/>
                    <a:lstStyle/>
                    <a:p>
                      <a:pPr lvl="1" algn="l" fontAlgn="ctr"/>
                      <a:r>
                        <a:rPr lang="en-US" sz="1400" b="1" u="none" strike="noStrike" dirty="0">
                          <a:effectLst/>
                        </a:rPr>
                        <a:t>Purpose</a:t>
                      </a:r>
                      <a:endParaRPr lang="en-US" sz="1400" b="1" i="0" u="none" strike="noStrike" dirty="0">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a:effectLst/>
                        </a:rPr>
                        <a:t>Represent recoverable conditions (e.g., file, network issues)</a:t>
                      </a:r>
                      <a:endParaRPr lang="en-US" sz="1400" b="0" i="0" u="none" strike="noStrike">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u="none" strike="noStrike" dirty="0">
                          <a:effectLst/>
                        </a:rPr>
                        <a:t>Represent programming errors or serious problems</a:t>
                      </a:r>
                      <a:endParaRPr lang="en-US" sz="1400" b="0" i="0" u="none" strike="noStrike" dirty="0">
                        <a:solidFill>
                          <a:srgbClr val="000000"/>
                        </a:solidFill>
                        <a:effectLst/>
                        <a:latin typeface="Calibri" panose="020F0502020204030204" pitchFamily="34" charset="0"/>
                      </a:endParaRPr>
                    </a:p>
                  </a:txBody>
                  <a:tcPr marL="3022" marR="3022" marT="3022" marB="0" anchor="ctr"/>
                </a:tc>
                <a:extLst>
                  <a:ext uri="{0D108BD9-81ED-4DB2-BD59-A6C34878D82A}">
                    <a16:rowId xmlns:a16="http://schemas.microsoft.com/office/drawing/2014/main" val="401221940"/>
                  </a:ext>
                </a:extLst>
              </a:tr>
              <a:tr h="852137">
                <a:tc>
                  <a:txBody>
                    <a:bodyPr/>
                    <a:lstStyle/>
                    <a:p>
                      <a:pPr lvl="1" algn="l" fontAlgn="ctr"/>
                      <a:r>
                        <a:rPr lang="en-US" sz="1400" b="1" u="none" strike="noStrike" dirty="0">
                          <a:effectLst/>
                        </a:rPr>
                        <a:t>Examples</a:t>
                      </a:r>
                      <a:endParaRPr lang="en-US" sz="1400" b="1" i="0" u="none" strike="noStrike" dirty="0">
                        <a:solidFill>
                          <a:srgbClr val="000000"/>
                        </a:solidFill>
                        <a:effectLst/>
                        <a:latin typeface="Calibri" panose="020F0502020204030204" pitchFamily="34" charset="0"/>
                      </a:endParaRPr>
                    </a:p>
                  </a:txBody>
                  <a:tcPr marL="3022" marR="3022" marT="3022" marB="0" anchor="ctr"/>
                </a:tc>
                <a:tc>
                  <a:txBody>
                    <a:bodyPr/>
                    <a:lstStyle/>
                    <a:p>
                      <a:pPr algn="l" fontAlgn="ctr"/>
                      <a:r>
                        <a:rPr lang="en-US" sz="1400" b="1" u="none" strike="noStrike" dirty="0" err="1">
                          <a:effectLst/>
                        </a:rPr>
                        <a:t>FileNotFoundException</a:t>
                      </a:r>
                      <a:r>
                        <a:rPr lang="en-US" sz="1400" b="1" u="none" strike="noStrike" dirty="0">
                          <a:effectLst/>
                        </a:rPr>
                        <a:t>, </a:t>
                      </a:r>
                      <a:r>
                        <a:rPr lang="en-US" sz="1400" b="1" u="none" strike="noStrike" dirty="0" err="1">
                          <a:effectLst/>
                        </a:rPr>
                        <a:t>InterruptedException</a:t>
                      </a:r>
                      <a:r>
                        <a:rPr lang="en-US" sz="1400" b="1" u="none" strike="noStrike" dirty="0">
                          <a:effectLst/>
                        </a:rPr>
                        <a:t>, </a:t>
                      </a:r>
                      <a:r>
                        <a:rPr lang="en-US" sz="1400" b="1" u="none" strike="noStrike" dirty="0" err="1">
                          <a:effectLst/>
                        </a:rPr>
                        <a:t>IOException</a:t>
                      </a:r>
                      <a:endParaRPr lang="en-US" sz="1400" b="1" i="0" u="none" strike="noStrike" dirty="0">
                        <a:solidFill>
                          <a:srgbClr val="000000"/>
                        </a:solidFill>
                        <a:effectLst/>
                        <a:latin typeface="Arial Unicode MS" panose="020B0604020202020204" pitchFamily="34" charset="-128"/>
                        <a:ea typeface="Arial Unicode MS" panose="020B0604020202020204" pitchFamily="34" charset="-128"/>
                      </a:endParaRPr>
                    </a:p>
                  </a:txBody>
                  <a:tcPr marL="3022" marR="3022" marT="3022" marB="0" anchor="ctr"/>
                </a:tc>
                <a:tc>
                  <a:txBody>
                    <a:bodyPr/>
                    <a:lstStyle/>
                    <a:p>
                      <a:pPr algn="l" fontAlgn="ctr"/>
                      <a:r>
                        <a:rPr lang="en-US" sz="1400" b="1" u="none" strike="noStrike" dirty="0" err="1">
                          <a:effectLst/>
                        </a:rPr>
                        <a:t>NullPointerException</a:t>
                      </a:r>
                      <a:r>
                        <a:rPr lang="en-US" sz="1400" b="1" u="none" strike="noStrike" dirty="0">
                          <a:effectLst/>
                        </a:rPr>
                        <a:t>, </a:t>
                      </a:r>
                      <a:r>
                        <a:rPr lang="en-US" sz="1400" b="1" u="none" strike="noStrike" dirty="0" err="1">
                          <a:effectLst/>
                        </a:rPr>
                        <a:t>ArithmeticException</a:t>
                      </a:r>
                      <a:r>
                        <a:rPr lang="en-US" sz="1400" b="1" u="none" strike="noStrike" dirty="0">
                          <a:effectLst/>
                        </a:rPr>
                        <a:t>, </a:t>
                      </a:r>
                      <a:r>
                        <a:rPr lang="en-US" sz="1400" b="1" u="none" strike="noStrike" dirty="0" err="1">
                          <a:effectLst/>
                        </a:rPr>
                        <a:t>ArrayIndexOutOfBoundsException</a:t>
                      </a:r>
                      <a:endParaRPr lang="en-US" sz="1400" b="1" i="0" u="none" strike="noStrike" dirty="0">
                        <a:solidFill>
                          <a:srgbClr val="000000"/>
                        </a:solidFill>
                        <a:effectLst/>
                        <a:latin typeface="Arial Unicode MS" panose="020B0604020202020204" pitchFamily="34" charset="-128"/>
                        <a:ea typeface="Arial Unicode MS" panose="020B0604020202020204" pitchFamily="34" charset="-128"/>
                      </a:endParaRPr>
                    </a:p>
                  </a:txBody>
                  <a:tcPr marL="3022" marR="3022" marT="3022" marB="0" anchor="ctr"/>
                </a:tc>
                <a:extLst>
                  <a:ext uri="{0D108BD9-81ED-4DB2-BD59-A6C34878D82A}">
                    <a16:rowId xmlns:a16="http://schemas.microsoft.com/office/drawing/2014/main" val="3095887305"/>
                  </a:ext>
                </a:extLst>
              </a:tr>
            </a:tbl>
          </a:graphicData>
        </a:graphic>
      </p:graphicFrame>
    </p:spTree>
    <p:extLst>
      <p:ext uri="{BB962C8B-B14F-4D97-AF65-F5344CB8AC3E}">
        <p14:creationId xmlns:p14="http://schemas.microsoft.com/office/powerpoint/2010/main" val="12303969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 Exception Handling </a:t>
            </a:r>
            <a:r>
              <a:rPr lang="en-US" b="1" dirty="0" smtClean="0"/>
              <a:t>Keywords</a:t>
            </a:r>
            <a:endParaRPr lang="en-US" dirty="0"/>
          </a:p>
        </p:txBody>
      </p:sp>
      <p:sp>
        <p:nvSpPr>
          <p:cNvPr id="3" name="Content Placeholder 2"/>
          <p:cNvSpPr>
            <a:spLocks noGrp="1"/>
          </p:cNvSpPr>
          <p:nvPr>
            <p:ph idx="1"/>
          </p:nvPr>
        </p:nvSpPr>
        <p:spPr/>
        <p:txBody>
          <a:bodyPr/>
          <a:lstStyle/>
          <a:p>
            <a:r>
              <a:rPr lang="en-US" sz="2800" b="1" dirty="0">
                <a:solidFill>
                  <a:srgbClr val="FF0000"/>
                </a:solidFill>
              </a:rPr>
              <a:t>throw</a:t>
            </a:r>
            <a:endParaRPr lang="en-US" b="1" dirty="0">
              <a:solidFill>
                <a:srgbClr val="FF0000"/>
              </a:solidFill>
            </a:endParaRPr>
          </a:p>
          <a:p>
            <a:pPr lvl="1"/>
            <a:r>
              <a:rPr lang="en-US" sz="2400" dirty="0"/>
              <a:t>Used to </a:t>
            </a:r>
            <a:r>
              <a:rPr lang="en-US" sz="2400" b="1" dirty="0"/>
              <a:t>explicitly create and throw an exception</a:t>
            </a:r>
            <a:r>
              <a:rPr lang="en-US" sz="2400" dirty="0"/>
              <a:t> in code.</a:t>
            </a:r>
          </a:p>
          <a:p>
            <a:pPr lvl="1"/>
            <a:r>
              <a:rPr lang="en-US" sz="2400" dirty="0"/>
              <a:t>Transfers control to the runtime for handling.</a:t>
            </a:r>
          </a:p>
          <a:p>
            <a:pPr lvl="1"/>
            <a:r>
              <a:rPr lang="en-US" sz="2400" dirty="0"/>
              <a:t>Commonly used for </a:t>
            </a:r>
            <a:r>
              <a:rPr lang="en-US" sz="2400" b="1" dirty="0"/>
              <a:t>custom validations</a:t>
            </a:r>
            <a:r>
              <a:rPr lang="en-US" sz="2400" dirty="0"/>
              <a:t> (e.g., null password, invalid input).</a:t>
            </a:r>
          </a:p>
          <a:p>
            <a:r>
              <a:rPr lang="en-US" b="1" dirty="0"/>
              <a:t>Example:</a:t>
            </a:r>
            <a:endParaRPr lang="en-US" dirty="0"/>
          </a:p>
          <a:p>
            <a:endParaRPr lang="en-US" dirty="0"/>
          </a:p>
          <a:p>
            <a:endParaRPr lang="en-US" dirty="0"/>
          </a:p>
        </p:txBody>
      </p:sp>
      <p:sp>
        <p:nvSpPr>
          <p:cNvPr id="5" name="Rectangle 4"/>
          <p:cNvSpPr/>
          <p:nvPr/>
        </p:nvSpPr>
        <p:spPr>
          <a:xfrm>
            <a:off x="1102895" y="4398846"/>
            <a:ext cx="10250905"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solidFill>
                  <a:srgbClr val="FF0000"/>
                </a:solidFill>
              </a:rPr>
              <a:t>if </a:t>
            </a:r>
            <a:r>
              <a:rPr lang="en-US" dirty="0"/>
              <a:t>(password == null) {</a:t>
            </a:r>
          </a:p>
          <a:p>
            <a:r>
              <a:rPr lang="en-US" dirty="0"/>
              <a:t>    </a:t>
            </a:r>
            <a:r>
              <a:rPr lang="en-US" dirty="0">
                <a:solidFill>
                  <a:schemeClr val="accent1"/>
                </a:solidFill>
              </a:rPr>
              <a:t>throw</a:t>
            </a:r>
            <a:r>
              <a:rPr lang="en-US" dirty="0"/>
              <a:t> </a:t>
            </a:r>
            <a:r>
              <a:rPr lang="en-US" dirty="0">
                <a:solidFill>
                  <a:srgbClr val="FF0000"/>
                </a:solidFill>
              </a:rPr>
              <a:t>new</a:t>
            </a:r>
            <a:r>
              <a:rPr lang="en-US" dirty="0"/>
              <a:t> </a:t>
            </a:r>
            <a:r>
              <a:rPr lang="en-US" dirty="0" err="1">
                <a:solidFill>
                  <a:schemeClr val="accent1"/>
                </a:solidFill>
              </a:rPr>
              <a:t>IllegalArgumentException</a:t>
            </a:r>
            <a:r>
              <a:rPr lang="en-US" dirty="0"/>
              <a:t>("Password cannot be null");</a:t>
            </a:r>
          </a:p>
          <a:p>
            <a:r>
              <a:rPr lang="en-US" dirty="0"/>
              <a:t>}</a:t>
            </a:r>
          </a:p>
        </p:txBody>
      </p:sp>
    </p:spTree>
    <p:extLst>
      <p:ext uri="{BB962C8B-B14F-4D97-AF65-F5344CB8AC3E}">
        <p14:creationId xmlns:p14="http://schemas.microsoft.com/office/powerpoint/2010/main" val="30284111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 Exception Handling </a:t>
            </a:r>
            <a:r>
              <a:rPr lang="en-US" b="1" dirty="0" smtClean="0"/>
              <a:t>Keywords</a:t>
            </a:r>
            <a:endParaRPr lang="en-US" dirty="0"/>
          </a:p>
        </p:txBody>
      </p:sp>
      <p:sp>
        <p:nvSpPr>
          <p:cNvPr id="3" name="Content Placeholder 2"/>
          <p:cNvSpPr>
            <a:spLocks noGrp="1"/>
          </p:cNvSpPr>
          <p:nvPr>
            <p:ph idx="1"/>
          </p:nvPr>
        </p:nvSpPr>
        <p:spPr/>
        <p:txBody>
          <a:bodyPr/>
          <a:lstStyle/>
          <a:p>
            <a:r>
              <a:rPr lang="en-US" sz="2800" b="1" dirty="0" smtClean="0">
                <a:solidFill>
                  <a:srgbClr val="FF0000"/>
                </a:solidFill>
              </a:rPr>
              <a:t>try-catch</a:t>
            </a:r>
            <a:endParaRPr lang="en-US" sz="2800" b="1" dirty="0">
              <a:solidFill>
                <a:srgbClr val="FF0000"/>
              </a:solidFill>
            </a:endParaRPr>
          </a:p>
          <a:p>
            <a:pPr lvl="1"/>
            <a:r>
              <a:rPr lang="en-US" sz="2400" dirty="0"/>
              <a:t>Used to </a:t>
            </a:r>
            <a:r>
              <a:rPr lang="en-US" sz="2400" b="1" dirty="0"/>
              <a:t>handle exceptions</a:t>
            </a:r>
            <a:r>
              <a:rPr lang="en-US" sz="2400" dirty="0"/>
              <a:t>.</a:t>
            </a:r>
          </a:p>
          <a:p>
            <a:pPr lvl="1"/>
            <a:r>
              <a:rPr lang="en-US" sz="2400" dirty="0"/>
              <a:t>try → contains risky code.</a:t>
            </a:r>
          </a:p>
          <a:p>
            <a:pPr lvl="1"/>
            <a:r>
              <a:rPr lang="en-US" sz="2400" dirty="0"/>
              <a:t>catch → handles the exception.</a:t>
            </a:r>
          </a:p>
          <a:p>
            <a:pPr lvl="1"/>
            <a:r>
              <a:rPr lang="en-US" sz="2400" dirty="0"/>
              <a:t>Multiple catch blocks allowed.</a:t>
            </a:r>
          </a:p>
          <a:p>
            <a:pPr lvl="1"/>
            <a:r>
              <a:rPr lang="en-US" sz="2400" dirty="0"/>
              <a:t>Can be nested.</a:t>
            </a:r>
          </a:p>
          <a:p>
            <a:pPr lvl="1"/>
            <a:r>
              <a:rPr lang="en-US" sz="2400" dirty="0"/>
              <a:t>catch parameter must be an Exception type.</a:t>
            </a:r>
            <a:endParaRPr lang="en-US" dirty="0"/>
          </a:p>
          <a:p>
            <a:r>
              <a:rPr lang="en-US" b="1" dirty="0" smtClean="0"/>
              <a:t>Example</a:t>
            </a:r>
            <a:r>
              <a:rPr lang="en-US" b="1" dirty="0"/>
              <a:t>:</a:t>
            </a:r>
            <a:endParaRPr lang="en-US" dirty="0"/>
          </a:p>
          <a:p>
            <a:endParaRPr lang="en-US" dirty="0"/>
          </a:p>
          <a:p>
            <a:endParaRPr lang="en-US" dirty="0"/>
          </a:p>
        </p:txBody>
      </p:sp>
      <p:sp>
        <p:nvSpPr>
          <p:cNvPr id="5" name="Rectangle 4"/>
          <p:cNvSpPr/>
          <p:nvPr/>
        </p:nvSpPr>
        <p:spPr>
          <a:xfrm>
            <a:off x="970547" y="5100106"/>
            <a:ext cx="10250905"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solidFill>
                  <a:srgbClr val="FF0000"/>
                </a:solidFill>
              </a:rPr>
              <a:t>try</a:t>
            </a:r>
            <a:r>
              <a:rPr lang="en-US" dirty="0"/>
              <a:t> {</a:t>
            </a:r>
          </a:p>
          <a:p>
            <a:r>
              <a:rPr lang="en-US" dirty="0"/>
              <a:t>    </a:t>
            </a:r>
            <a:r>
              <a:rPr lang="en-US" dirty="0" err="1">
                <a:solidFill>
                  <a:srgbClr val="FF0000"/>
                </a:solidFill>
              </a:rPr>
              <a:t>int</a:t>
            </a:r>
            <a:r>
              <a:rPr lang="en-US" dirty="0"/>
              <a:t> x = 10 / 0;</a:t>
            </a:r>
          </a:p>
          <a:p>
            <a:r>
              <a:rPr lang="en-US" dirty="0"/>
              <a:t>} </a:t>
            </a:r>
            <a:r>
              <a:rPr lang="en-US" dirty="0">
                <a:solidFill>
                  <a:srgbClr val="FF0000"/>
                </a:solidFill>
              </a:rPr>
              <a:t>catch</a:t>
            </a:r>
            <a:r>
              <a:rPr lang="en-US" dirty="0"/>
              <a:t> (</a:t>
            </a:r>
            <a:r>
              <a:rPr lang="en-US" dirty="0" err="1">
                <a:solidFill>
                  <a:schemeClr val="accent1"/>
                </a:solidFill>
              </a:rPr>
              <a:t>ArithmeticException</a:t>
            </a:r>
            <a:r>
              <a:rPr lang="en-US" dirty="0">
                <a:solidFill>
                  <a:schemeClr val="accent1"/>
                </a:solidFill>
              </a:rPr>
              <a:t> e</a:t>
            </a:r>
            <a:r>
              <a:rPr lang="en-US" dirty="0"/>
              <a:t>) {</a:t>
            </a:r>
          </a:p>
          <a:p>
            <a:r>
              <a:rPr lang="en-US" dirty="0"/>
              <a:t>    </a:t>
            </a:r>
            <a:r>
              <a:rPr lang="en-US" dirty="0" err="1"/>
              <a:t>System.out.println</a:t>
            </a:r>
            <a:r>
              <a:rPr lang="en-US" dirty="0"/>
              <a:t>("Cannot divide by zero");</a:t>
            </a:r>
          </a:p>
          <a:p>
            <a:r>
              <a:rPr lang="en-US" dirty="0"/>
              <a:t>}</a:t>
            </a:r>
          </a:p>
        </p:txBody>
      </p:sp>
    </p:spTree>
    <p:extLst>
      <p:ext uri="{BB962C8B-B14F-4D97-AF65-F5344CB8AC3E}">
        <p14:creationId xmlns:p14="http://schemas.microsoft.com/office/powerpoint/2010/main" val="4888826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 Exception Handling </a:t>
            </a:r>
            <a:r>
              <a:rPr lang="en-US" b="1" dirty="0" smtClean="0"/>
              <a:t>Keywords</a:t>
            </a:r>
            <a:endParaRPr lang="en-US" dirty="0"/>
          </a:p>
        </p:txBody>
      </p:sp>
      <p:sp>
        <p:nvSpPr>
          <p:cNvPr id="3" name="Content Placeholder 2"/>
          <p:cNvSpPr>
            <a:spLocks noGrp="1"/>
          </p:cNvSpPr>
          <p:nvPr>
            <p:ph idx="1"/>
          </p:nvPr>
        </p:nvSpPr>
        <p:spPr/>
        <p:txBody>
          <a:bodyPr/>
          <a:lstStyle/>
          <a:p>
            <a:r>
              <a:rPr lang="en-US" sz="2800" b="1" dirty="0">
                <a:solidFill>
                  <a:srgbClr val="FF0000"/>
                </a:solidFill>
              </a:rPr>
              <a:t>try-with </a:t>
            </a:r>
            <a:r>
              <a:rPr lang="en-US" sz="2800" b="1" dirty="0">
                <a:solidFill>
                  <a:srgbClr val="FF0000"/>
                </a:solidFill>
              </a:rPr>
              <a:t>multiple catch blocks</a:t>
            </a:r>
            <a:r>
              <a:rPr lang="en-US" sz="2800" b="1" dirty="0" smtClean="0">
                <a:solidFill>
                  <a:srgbClr val="FF0000"/>
                </a:solidFill>
              </a:rPr>
              <a:t>:</a:t>
            </a:r>
            <a:endParaRPr lang="en-US" sz="2800" b="1" dirty="0">
              <a:solidFill>
                <a:srgbClr val="FF0000"/>
              </a:solidFill>
            </a:endParaRPr>
          </a:p>
          <a:p>
            <a:pPr lvl="1"/>
            <a:r>
              <a:rPr lang="en-US" sz="2400" b="1" dirty="0"/>
              <a:t>Multiple catch blocks</a:t>
            </a:r>
            <a:r>
              <a:rPr lang="en-US" sz="2400" dirty="0"/>
              <a:t> allow handling </a:t>
            </a:r>
            <a:r>
              <a:rPr lang="en-US" sz="2400" b="1" dirty="0"/>
              <a:t>different types of exceptions separately</a:t>
            </a:r>
            <a:r>
              <a:rPr lang="en-US" sz="2400" dirty="0"/>
              <a:t>.</a:t>
            </a:r>
          </a:p>
          <a:p>
            <a:pPr lvl="1"/>
            <a:r>
              <a:rPr lang="en-US" sz="2400" dirty="0"/>
              <a:t>Java checks the catch blocks </a:t>
            </a:r>
            <a:r>
              <a:rPr lang="en-US" sz="2400" b="1" dirty="0"/>
              <a:t>in order</a:t>
            </a:r>
            <a:r>
              <a:rPr lang="en-US" sz="2400" dirty="0"/>
              <a:t> and executes the first one that matches the exception type.</a:t>
            </a:r>
          </a:p>
          <a:p>
            <a:pPr lvl="1"/>
            <a:r>
              <a:rPr lang="en-US" sz="2400" dirty="0"/>
              <a:t>This is useful when a method can throw </a:t>
            </a:r>
            <a:r>
              <a:rPr lang="en-US" sz="2400" b="1" dirty="0"/>
              <a:t>more than one kind of exception</a:t>
            </a:r>
            <a:r>
              <a:rPr lang="en-US" sz="2400" dirty="0"/>
              <a:t>.</a:t>
            </a:r>
          </a:p>
          <a:p>
            <a:endParaRPr lang="en-US" dirty="0"/>
          </a:p>
          <a:p>
            <a:r>
              <a:rPr lang="en-US" b="1" dirty="0" smtClean="0"/>
              <a:t>Example</a:t>
            </a:r>
            <a:r>
              <a:rPr lang="en-US" b="1" dirty="0"/>
              <a:t>:</a:t>
            </a:r>
            <a:endParaRPr lang="en-US" dirty="0"/>
          </a:p>
          <a:p>
            <a:endParaRPr lang="en-US" dirty="0"/>
          </a:p>
          <a:p>
            <a:endParaRPr lang="en-US" dirty="0"/>
          </a:p>
        </p:txBody>
      </p:sp>
      <p:sp>
        <p:nvSpPr>
          <p:cNvPr id="5" name="Rectangle 4"/>
          <p:cNvSpPr/>
          <p:nvPr/>
        </p:nvSpPr>
        <p:spPr>
          <a:xfrm>
            <a:off x="2823411" y="4272677"/>
            <a:ext cx="9123948" cy="25853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solidFill>
                  <a:srgbClr val="FF0000"/>
                </a:solidFill>
              </a:rPr>
              <a:t>try</a:t>
            </a:r>
            <a:r>
              <a:rPr lang="en-US" dirty="0"/>
              <a:t> {</a:t>
            </a:r>
          </a:p>
          <a:p>
            <a:r>
              <a:rPr lang="en-US" dirty="0"/>
              <a:t>    // risky code that may throw exceptions</a:t>
            </a:r>
          </a:p>
          <a:p>
            <a:r>
              <a:rPr lang="en-US" dirty="0"/>
              <a:t>} </a:t>
            </a:r>
            <a:r>
              <a:rPr lang="en-US" dirty="0">
                <a:solidFill>
                  <a:srgbClr val="FF0000"/>
                </a:solidFill>
              </a:rPr>
              <a:t>catch</a:t>
            </a:r>
            <a:r>
              <a:rPr lang="en-US" dirty="0"/>
              <a:t> (</a:t>
            </a:r>
            <a:r>
              <a:rPr lang="en-US" dirty="0">
                <a:solidFill>
                  <a:schemeClr val="accent1"/>
                </a:solidFill>
              </a:rPr>
              <a:t>ExceptionType1 e</a:t>
            </a:r>
            <a:r>
              <a:rPr lang="en-US" dirty="0"/>
              <a:t>) {</a:t>
            </a:r>
          </a:p>
          <a:p>
            <a:r>
              <a:rPr lang="en-US" dirty="0"/>
              <a:t>    // handle ExceptionType1</a:t>
            </a:r>
          </a:p>
          <a:p>
            <a:r>
              <a:rPr lang="en-US" dirty="0"/>
              <a:t>} </a:t>
            </a:r>
            <a:r>
              <a:rPr lang="en-US" dirty="0">
                <a:solidFill>
                  <a:srgbClr val="FF0000"/>
                </a:solidFill>
              </a:rPr>
              <a:t>catch </a:t>
            </a:r>
            <a:r>
              <a:rPr lang="en-US" dirty="0"/>
              <a:t>(ExceptionType2 e) {</a:t>
            </a:r>
          </a:p>
          <a:p>
            <a:r>
              <a:rPr lang="en-US" dirty="0"/>
              <a:t>    // handle ExceptionType2</a:t>
            </a:r>
          </a:p>
          <a:p>
            <a:r>
              <a:rPr lang="en-US" dirty="0"/>
              <a:t>} </a:t>
            </a:r>
            <a:r>
              <a:rPr lang="en-US" dirty="0">
                <a:solidFill>
                  <a:srgbClr val="FF0000"/>
                </a:solidFill>
              </a:rPr>
              <a:t>catch</a:t>
            </a:r>
            <a:r>
              <a:rPr lang="en-US" dirty="0"/>
              <a:t> (</a:t>
            </a:r>
            <a:r>
              <a:rPr lang="en-US" dirty="0">
                <a:solidFill>
                  <a:schemeClr val="accent1"/>
                </a:solidFill>
              </a:rPr>
              <a:t>Exception e</a:t>
            </a:r>
            <a:r>
              <a:rPr lang="en-US" dirty="0"/>
              <a:t>) {</a:t>
            </a:r>
          </a:p>
          <a:p>
            <a:r>
              <a:rPr lang="en-US" dirty="0"/>
              <a:t>    // handle any other exception (optional)</a:t>
            </a:r>
          </a:p>
          <a:p>
            <a:r>
              <a:rPr lang="en-US" dirty="0"/>
              <a:t>}</a:t>
            </a:r>
          </a:p>
        </p:txBody>
      </p:sp>
    </p:spTree>
    <p:extLst>
      <p:ext uri="{BB962C8B-B14F-4D97-AF65-F5344CB8AC3E}">
        <p14:creationId xmlns:p14="http://schemas.microsoft.com/office/powerpoint/2010/main" val="34046093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902" y="377161"/>
            <a:ext cx="3156284" cy="1325563"/>
          </a:xfrm>
        </p:spPr>
        <p:txBody>
          <a:bodyPr>
            <a:normAutofit fontScale="90000"/>
          </a:bodyPr>
          <a:lstStyle/>
          <a:p>
            <a:r>
              <a:rPr lang="en-US" b="1" dirty="0"/>
              <a:t>Java Exception Handling </a:t>
            </a:r>
            <a:r>
              <a:rPr lang="en-US" b="1" dirty="0" smtClean="0"/>
              <a:t>Keywords</a:t>
            </a:r>
            <a:endParaRPr lang="en-US" dirty="0"/>
          </a:p>
        </p:txBody>
      </p:sp>
      <p:sp>
        <p:nvSpPr>
          <p:cNvPr id="3" name="Content Placeholder 2"/>
          <p:cNvSpPr>
            <a:spLocks noGrp="1"/>
          </p:cNvSpPr>
          <p:nvPr>
            <p:ph idx="1"/>
          </p:nvPr>
        </p:nvSpPr>
        <p:spPr>
          <a:xfrm>
            <a:off x="344902" y="1837657"/>
            <a:ext cx="2747211" cy="4351338"/>
          </a:xfrm>
        </p:spPr>
        <p:txBody>
          <a:bodyPr/>
          <a:lstStyle/>
          <a:p>
            <a:r>
              <a:rPr lang="en-US" sz="2800" b="1" dirty="0">
                <a:solidFill>
                  <a:srgbClr val="FF0000"/>
                </a:solidFill>
              </a:rPr>
              <a:t>try-with </a:t>
            </a:r>
            <a:r>
              <a:rPr lang="en-US" sz="2800" b="1" dirty="0">
                <a:solidFill>
                  <a:srgbClr val="FF0000"/>
                </a:solidFill>
              </a:rPr>
              <a:t>multiple catch blocks</a:t>
            </a:r>
            <a:r>
              <a:rPr lang="en-US" sz="2800" b="1" dirty="0" smtClean="0">
                <a:solidFill>
                  <a:srgbClr val="FF0000"/>
                </a:solidFill>
              </a:rPr>
              <a:t>:</a:t>
            </a:r>
            <a:endParaRPr lang="en-US" sz="2800" b="1" dirty="0">
              <a:solidFill>
                <a:srgbClr val="FF0000"/>
              </a:solidFill>
            </a:endParaRPr>
          </a:p>
          <a:p>
            <a:endParaRPr lang="en-US" dirty="0"/>
          </a:p>
          <a:p>
            <a:endParaRPr lang="en-US" dirty="0"/>
          </a:p>
        </p:txBody>
      </p:sp>
      <p:sp>
        <p:nvSpPr>
          <p:cNvPr id="5" name="Rectangle 4"/>
          <p:cNvSpPr/>
          <p:nvPr/>
        </p:nvSpPr>
        <p:spPr>
          <a:xfrm>
            <a:off x="3144253" y="136439"/>
            <a:ext cx="8863263" cy="669414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50" dirty="0"/>
              <a:t>import java.io.*;</a:t>
            </a:r>
          </a:p>
          <a:p>
            <a:r>
              <a:rPr lang="en-US" sz="1650" dirty="0" smtClean="0">
                <a:solidFill>
                  <a:srgbClr val="FF0000"/>
                </a:solidFill>
              </a:rPr>
              <a:t>public </a:t>
            </a:r>
            <a:r>
              <a:rPr lang="en-US" sz="1650" dirty="0">
                <a:solidFill>
                  <a:srgbClr val="FF0000"/>
                </a:solidFill>
              </a:rPr>
              <a:t>class</a:t>
            </a:r>
            <a:r>
              <a:rPr lang="en-US" sz="1650" dirty="0"/>
              <a:t> </a:t>
            </a:r>
            <a:r>
              <a:rPr lang="en-US" sz="1650" dirty="0" err="1"/>
              <a:t>MultipleCatchExample</a:t>
            </a:r>
            <a:r>
              <a:rPr lang="en-US" sz="1650" dirty="0"/>
              <a:t> {</a:t>
            </a:r>
          </a:p>
          <a:p>
            <a:endParaRPr lang="en-US" sz="1650" dirty="0"/>
          </a:p>
          <a:p>
            <a:r>
              <a:rPr lang="en-US" sz="1650" dirty="0"/>
              <a:t>    </a:t>
            </a:r>
            <a:r>
              <a:rPr lang="en-US" sz="1650" dirty="0">
                <a:solidFill>
                  <a:srgbClr val="FF0000"/>
                </a:solidFill>
              </a:rPr>
              <a:t>public static void</a:t>
            </a:r>
            <a:r>
              <a:rPr lang="en-US" sz="1650" dirty="0"/>
              <a:t> main(String[] </a:t>
            </a:r>
            <a:r>
              <a:rPr lang="en-US" sz="1650" dirty="0" err="1"/>
              <a:t>args</a:t>
            </a:r>
            <a:r>
              <a:rPr lang="en-US" sz="1650" dirty="0"/>
              <a:t>) {</a:t>
            </a:r>
          </a:p>
          <a:p>
            <a:r>
              <a:rPr lang="en-US" sz="1650" dirty="0">
                <a:solidFill>
                  <a:srgbClr val="FF0000"/>
                </a:solidFill>
              </a:rPr>
              <a:t>        try </a:t>
            </a:r>
            <a:r>
              <a:rPr lang="en-US" sz="1650" dirty="0"/>
              <a:t>{</a:t>
            </a:r>
          </a:p>
          <a:p>
            <a:r>
              <a:rPr lang="en-US" sz="1650" dirty="0"/>
              <a:t>            // May throw </a:t>
            </a:r>
            <a:r>
              <a:rPr lang="en-US" sz="1650" dirty="0" err="1"/>
              <a:t>ArithmeticException</a:t>
            </a:r>
            <a:endParaRPr lang="en-US" sz="1650" dirty="0"/>
          </a:p>
          <a:p>
            <a:r>
              <a:rPr lang="en-US" sz="1650" dirty="0"/>
              <a:t>            </a:t>
            </a:r>
            <a:r>
              <a:rPr lang="en-US" sz="1650" dirty="0" err="1">
                <a:solidFill>
                  <a:srgbClr val="FF0000"/>
                </a:solidFill>
              </a:rPr>
              <a:t>int</a:t>
            </a:r>
            <a:r>
              <a:rPr lang="en-US" sz="1650" dirty="0"/>
              <a:t> result = 10 / 0;</a:t>
            </a:r>
          </a:p>
          <a:p>
            <a:endParaRPr lang="en-US" sz="1650" dirty="0"/>
          </a:p>
          <a:p>
            <a:r>
              <a:rPr lang="en-US" sz="1650" dirty="0"/>
              <a:t>            // May throw </a:t>
            </a:r>
            <a:r>
              <a:rPr lang="en-US" sz="1650" dirty="0" err="1"/>
              <a:t>ArrayIndexOutOfBoundsException</a:t>
            </a:r>
            <a:endParaRPr lang="en-US" sz="1650" dirty="0"/>
          </a:p>
          <a:p>
            <a:r>
              <a:rPr lang="en-US" sz="1650" dirty="0"/>
              <a:t>            </a:t>
            </a:r>
            <a:r>
              <a:rPr lang="en-US" sz="1650" dirty="0" err="1">
                <a:solidFill>
                  <a:srgbClr val="FF0000"/>
                </a:solidFill>
              </a:rPr>
              <a:t>int</a:t>
            </a:r>
            <a:r>
              <a:rPr lang="en-US" sz="1650" dirty="0">
                <a:solidFill>
                  <a:srgbClr val="FF0000"/>
                </a:solidFill>
              </a:rPr>
              <a:t>[] </a:t>
            </a:r>
            <a:r>
              <a:rPr lang="en-US" sz="1650" dirty="0"/>
              <a:t>numbers = {1, 2, 3};</a:t>
            </a:r>
          </a:p>
          <a:p>
            <a:r>
              <a:rPr lang="en-US" sz="1650" dirty="0"/>
              <a:t>            </a:t>
            </a:r>
            <a:r>
              <a:rPr lang="en-US" sz="1650" dirty="0" err="1"/>
              <a:t>System.out.println</a:t>
            </a:r>
            <a:r>
              <a:rPr lang="en-US" sz="1650" dirty="0"/>
              <a:t>(numbers[5]);</a:t>
            </a:r>
          </a:p>
          <a:p>
            <a:endParaRPr lang="en-US" sz="1650" dirty="0"/>
          </a:p>
          <a:p>
            <a:r>
              <a:rPr lang="en-US" sz="1650" dirty="0"/>
              <a:t>        } </a:t>
            </a:r>
            <a:r>
              <a:rPr lang="en-US" sz="1650" dirty="0">
                <a:solidFill>
                  <a:srgbClr val="FF0000"/>
                </a:solidFill>
              </a:rPr>
              <a:t>catch</a:t>
            </a:r>
            <a:r>
              <a:rPr lang="en-US" sz="1650" dirty="0"/>
              <a:t> (</a:t>
            </a:r>
            <a:r>
              <a:rPr lang="en-US" sz="1650" dirty="0" err="1">
                <a:solidFill>
                  <a:schemeClr val="accent1"/>
                </a:solidFill>
              </a:rPr>
              <a:t>ArithmeticException</a:t>
            </a:r>
            <a:r>
              <a:rPr lang="en-US" sz="1650" dirty="0">
                <a:solidFill>
                  <a:schemeClr val="accent1"/>
                </a:solidFill>
              </a:rPr>
              <a:t> e</a:t>
            </a:r>
            <a:r>
              <a:rPr lang="en-US" sz="1650" dirty="0"/>
              <a:t>) {</a:t>
            </a:r>
          </a:p>
          <a:p>
            <a:r>
              <a:rPr lang="en-US" sz="1650" dirty="0"/>
              <a:t>            </a:t>
            </a:r>
            <a:r>
              <a:rPr lang="en-US" sz="1650" dirty="0" err="1"/>
              <a:t>System.out.println</a:t>
            </a:r>
            <a:r>
              <a:rPr lang="en-US" sz="1650" dirty="0"/>
              <a:t>("Error: Cannot divide by zero");</a:t>
            </a:r>
          </a:p>
          <a:p>
            <a:endParaRPr lang="en-US" sz="1650" dirty="0"/>
          </a:p>
          <a:p>
            <a:r>
              <a:rPr lang="en-US" sz="1650" dirty="0"/>
              <a:t>        } </a:t>
            </a:r>
            <a:r>
              <a:rPr lang="en-US" sz="1650" dirty="0">
                <a:solidFill>
                  <a:srgbClr val="FF0000"/>
                </a:solidFill>
              </a:rPr>
              <a:t>catch</a:t>
            </a:r>
            <a:r>
              <a:rPr lang="en-US" sz="1650" dirty="0"/>
              <a:t> (</a:t>
            </a:r>
            <a:r>
              <a:rPr lang="en-US" sz="1650" dirty="0" err="1">
                <a:solidFill>
                  <a:schemeClr val="accent1"/>
                </a:solidFill>
              </a:rPr>
              <a:t>ArrayIndexOutOfBoundsException</a:t>
            </a:r>
            <a:r>
              <a:rPr lang="en-US" sz="1650" dirty="0">
                <a:solidFill>
                  <a:schemeClr val="accent1"/>
                </a:solidFill>
              </a:rPr>
              <a:t> e</a:t>
            </a:r>
            <a:r>
              <a:rPr lang="en-US" sz="1650" dirty="0"/>
              <a:t>) {</a:t>
            </a:r>
          </a:p>
          <a:p>
            <a:r>
              <a:rPr lang="en-US" sz="1650" dirty="0"/>
              <a:t>            </a:t>
            </a:r>
            <a:r>
              <a:rPr lang="en-US" sz="1650" dirty="0" err="1"/>
              <a:t>System.out.println</a:t>
            </a:r>
            <a:r>
              <a:rPr lang="en-US" sz="1650" dirty="0"/>
              <a:t>("Error: Array index out of bounds");</a:t>
            </a:r>
          </a:p>
          <a:p>
            <a:endParaRPr lang="en-US" sz="1650" dirty="0"/>
          </a:p>
          <a:p>
            <a:r>
              <a:rPr lang="en-US" sz="1650" dirty="0"/>
              <a:t>        } </a:t>
            </a:r>
            <a:r>
              <a:rPr lang="en-US" sz="1650" dirty="0">
                <a:solidFill>
                  <a:srgbClr val="FF0000"/>
                </a:solidFill>
              </a:rPr>
              <a:t>catch </a:t>
            </a:r>
            <a:r>
              <a:rPr lang="en-US" sz="1650" dirty="0"/>
              <a:t>(</a:t>
            </a:r>
            <a:r>
              <a:rPr lang="en-US" sz="1650" dirty="0">
                <a:solidFill>
                  <a:schemeClr val="accent1"/>
                </a:solidFill>
              </a:rPr>
              <a:t>Exception e</a:t>
            </a:r>
            <a:r>
              <a:rPr lang="en-US" sz="1650" dirty="0"/>
              <a:t>) {</a:t>
            </a:r>
          </a:p>
          <a:p>
            <a:r>
              <a:rPr lang="en-US" sz="1650" dirty="0"/>
              <a:t>            </a:t>
            </a:r>
            <a:r>
              <a:rPr lang="en-US" sz="1650" dirty="0" err="1"/>
              <a:t>System.out.println</a:t>
            </a:r>
            <a:r>
              <a:rPr lang="en-US" sz="1650" dirty="0"/>
              <a:t>("Error: Some other exception occurred");</a:t>
            </a:r>
          </a:p>
          <a:p>
            <a:r>
              <a:rPr lang="en-US" sz="1650" dirty="0"/>
              <a:t>        }</a:t>
            </a:r>
          </a:p>
          <a:p>
            <a:endParaRPr lang="en-US" sz="1650" dirty="0"/>
          </a:p>
          <a:p>
            <a:r>
              <a:rPr lang="en-US" sz="1650" dirty="0"/>
              <a:t>        </a:t>
            </a:r>
            <a:r>
              <a:rPr lang="en-US" sz="1650" dirty="0" err="1"/>
              <a:t>System.out.println</a:t>
            </a:r>
            <a:r>
              <a:rPr lang="en-US" sz="1650" dirty="0"/>
              <a:t>("Program continues normally");</a:t>
            </a:r>
          </a:p>
          <a:p>
            <a:r>
              <a:rPr lang="en-US" sz="1650" dirty="0"/>
              <a:t>    }</a:t>
            </a:r>
          </a:p>
          <a:p>
            <a:r>
              <a:rPr lang="en-US" sz="1650" dirty="0"/>
              <a:t>}</a:t>
            </a:r>
          </a:p>
        </p:txBody>
      </p:sp>
      <p:sp>
        <p:nvSpPr>
          <p:cNvPr id="4" name="Rectangle 3"/>
          <p:cNvSpPr/>
          <p:nvPr/>
        </p:nvSpPr>
        <p:spPr>
          <a:xfrm rot="19013751">
            <a:off x="-148834" y="4542060"/>
            <a:ext cx="3734681"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a:ln w="0"/>
                <a:effectLst>
                  <a:outerShdw blurRad="38100" dist="19050" dir="2700000" algn="tl" rotWithShape="0">
                    <a:schemeClr val="dk1">
                      <a:alpha val="40000"/>
                    </a:schemeClr>
                  </a:outerShdw>
                </a:effectLst>
              </a:rPr>
              <a:t>Error: Cannot divide by zero</a:t>
            </a:r>
          </a:p>
          <a:p>
            <a:r>
              <a:rPr lang="en-US" sz="1600" dirty="0">
                <a:ln w="0"/>
                <a:effectLst>
                  <a:outerShdw blurRad="38100" dist="19050" dir="2700000" algn="tl" rotWithShape="0">
                    <a:schemeClr val="dk1">
                      <a:alpha val="40000"/>
                    </a:schemeClr>
                  </a:outerShdw>
                </a:effectLst>
              </a:rPr>
              <a:t>Program continues normally</a:t>
            </a:r>
            <a:endParaRPr lang="en-US" sz="1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1096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 Exception Handling </a:t>
            </a:r>
            <a:r>
              <a:rPr lang="en-US" b="1" dirty="0" smtClean="0"/>
              <a:t>Keywords</a:t>
            </a:r>
            <a:endParaRPr lang="en-US" dirty="0"/>
          </a:p>
        </p:txBody>
      </p:sp>
      <p:sp>
        <p:nvSpPr>
          <p:cNvPr id="3" name="Content Placeholder 2"/>
          <p:cNvSpPr>
            <a:spLocks noGrp="1"/>
          </p:cNvSpPr>
          <p:nvPr>
            <p:ph idx="1"/>
          </p:nvPr>
        </p:nvSpPr>
        <p:spPr/>
        <p:txBody>
          <a:bodyPr/>
          <a:lstStyle/>
          <a:p>
            <a:r>
              <a:rPr lang="en-US" sz="2800" b="1" dirty="0" smtClean="0">
                <a:solidFill>
                  <a:srgbClr val="FF0000"/>
                </a:solidFill>
              </a:rPr>
              <a:t>throws</a:t>
            </a:r>
            <a:endParaRPr lang="en-US" b="1" dirty="0">
              <a:solidFill>
                <a:srgbClr val="FF0000"/>
              </a:solidFill>
            </a:endParaRPr>
          </a:p>
          <a:p>
            <a:pPr lvl="1"/>
            <a:r>
              <a:rPr lang="en-US" sz="2400" dirty="0" smtClean="0"/>
              <a:t>Declares </a:t>
            </a:r>
            <a:r>
              <a:rPr lang="en-US" sz="2400" dirty="0"/>
              <a:t>exceptions that a method </a:t>
            </a:r>
            <a:r>
              <a:rPr lang="en-US" sz="2400" b="1" dirty="0"/>
              <a:t>may pass to its caller</a:t>
            </a:r>
            <a:r>
              <a:rPr lang="en-US" sz="2400" dirty="0"/>
              <a:t>.</a:t>
            </a:r>
          </a:p>
          <a:p>
            <a:pPr lvl="1"/>
            <a:r>
              <a:rPr lang="en-US" sz="2400" dirty="0"/>
              <a:t>Used in the </a:t>
            </a:r>
            <a:r>
              <a:rPr lang="en-US" sz="2400" b="1" dirty="0"/>
              <a:t>method signature</a:t>
            </a:r>
            <a:r>
              <a:rPr lang="en-US" sz="2400" dirty="0"/>
              <a:t>.</a:t>
            </a:r>
          </a:p>
          <a:p>
            <a:pPr lvl="1"/>
            <a:r>
              <a:rPr lang="en-US" sz="2400" dirty="0"/>
              <a:t>Allows the caller to either handle or further propagate the exception.</a:t>
            </a:r>
          </a:p>
          <a:p>
            <a:pPr lvl="1"/>
            <a:r>
              <a:rPr lang="en-US" sz="2400" dirty="0" smtClean="0"/>
              <a:t>Can </a:t>
            </a:r>
            <a:r>
              <a:rPr lang="en-US" sz="2400" dirty="0"/>
              <a:t>be used with the main() method.</a:t>
            </a:r>
          </a:p>
          <a:p>
            <a:r>
              <a:rPr lang="en-US" b="1" dirty="0"/>
              <a:t>Example:</a:t>
            </a:r>
            <a:endParaRPr lang="en-US" dirty="0"/>
          </a:p>
          <a:p>
            <a:endParaRPr lang="en-US" dirty="0"/>
          </a:p>
          <a:p>
            <a:endParaRPr lang="en-US" dirty="0"/>
          </a:p>
          <a:p>
            <a:r>
              <a:rPr lang="en-US" sz="2000" dirty="0"/>
              <a:t>Can declare </a:t>
            </a:r>
            <a:r>
              <a:rPr lang="en-US" sz="2000" b="1" dirty="0"/>
              <a:t>multiple exceptions</a:t>
            </a:r>
            <a:r>
              <a:rPr lang="en-US" sz="2000" dirty="0"/>
              <a:t>.</a:t>
            </a:r>
          </a:p>
          <a:p>
            <a:endParaRPr lang="en-US" dirty="0"/>
          </a:p>
        </p:txBody>
      </p:sp>
      <p:sp>
        <p:nvSpPr>
          <p:cNvPr id="5" name="Rectangle 4"/>
          <p:cNvSpPr/>
          <p:nvPr/>
        </p:nvSpPr>
        <p:spPr>
          <a:xfrm>
            <a:off x="1102894" y="4422909"/>
            <a:ext cx="10250905"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public void </a:t>
            </a:r>
            <a:r>
              <a:rPr lang="en-US" dirty="0" err="1"/>
              <a:t>readFile</a:t>
            </a:r>
            <a:r>
              <a:rPr lang="en-US" dirty="0"/>
              <a:t>() throws </a:t>
            </a:r>
            <a:r>
              <a:rPr lang="en-US" dirty="0" err="1"/>
              <a:t>IOException</a:t>
            </a:r>
            <a:endParaRPr lang="en-US" dirty="0"/>
          </a:p>
        </p:txBody>
      </p:sp>
      <p:sp>
        <p:nvSpPr>
          <p:cNvPr id="7" name="Rectangle 6"/>
          <p:cNvSpPr/>
          <p:nvPr/>
        </p:nvSpPr>
        <p:spPr>
          <a:xfrm>
            <a:off x="1102895" y="5706278"/>
            <a:ext cx="10250905"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err="1"/>
              <a:t>returnType</a:t>
            </a:r>
            <a:r>
              <a:rPr lang="en-US" dirty="0"/>
              <a:t> </a:t>
            </a:r>
            <a:r>
              <a:rPr lang="en-US" dirty="0" err="1"/>
              <a:t>methodName</a:t>
            </a:r>
            <a:r>
              <a:rPr lang="en-US" dirty="0"/>
              <a:t>() throws ExceptionType1, ExceptionType2 {</a:t>
            </a:r>
          </a:p>
          <a:p>
            <a:r>
              <a:rPr lang="en-US" dirty="0"/>
              <a:t>    // risky code</a:t>
            </a:r>
          </a:p>
          <a:p>
            <a:r>
              <a:rPr lang="en-US" dirty="0"/>
              <a:t>}</a:t>
            </a:r>
          </a:p>
        </p:txBody>
      </p:sp>
    </p:spTree>
    <p:extLst>
      <p:ext uri="{BB962C8B-B14F-4D97-AF65-F5344CB8AC3E}">
        <p14:creationId xmlns:p14="http://schemas.microsoft.com/office/powerpoint/2010/main" val="39591640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Examples</a:t>
            </a:r>
            <a:endParaRPr lang="en-US" b="1" dirty="0"/>
          </a:p>
        </p:txBody>
      </p:sp>
      <p:sp>
        <p:nvSpPr>
          <p:cNvPr id="5" name="Rectangle 4"/>
          <p:cNvSpPr/>
          <p:nvPr/>
        </p:nvSpPr>
        <p:spPr>
          <a:xfrm>
            <a:off x="324853" y="1378920"/>
            <a:ext cx="11542294" cy="50783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solidFill>
                  <a:srgbClr val="FF0000"/>
                </a:solidFill>
              </a:rPr>
              <a:t>import</a:t>
            </a:r>
            <a:r>
              <a:rPr lang="en-US" dirty="0"/>
              <a:t> java.io.*;</a:t>
            </a:r>
          </a:p>
          <a:p>
            <a:endParaRPr lang="en-US" dirty="0"/>
          </a:p>
          <a:p>
            <a:r>
              <a:rPr lang="en-US" dirty="0">
                <a:solidFill>
                  <a:srgbClr val="FF0000"/>
                </a:solidFill>
              </a:rPr>
              <a:t>public class </a:t>
            </a:r>
            <a:r>
              <a:rPr lang="en-US" dirty="0">
                <a:solidFill>
                  <a:schemeClr val="accent1"/>
                </a:solidFill>
              </a:rPr>
              <a:t>Test</a:t>
            </a:r>
            <a:r>
              <a:rPr lang="en-US" dirty="0"/>
              <a:t> {</a:t>
            </a:r>
          </a:p>
          <a:p>
            <a:endParaRPr lang="en-US" dirty="0"/>
          </a:p>
          <a:p>
            <a:r>
              <a:rPr lang="en-US" dirty="0"/>
              <a:t>    </a:t>
            </a:r>
            <a:r>
              <a:rPr lang="en-US" dirty="0">
                <a:solidFill>
                  <a:srgbClr val="FF0000"/>
                </a:solidFill>
              </a:rPr>
              <a:t>static void </a:t>
            </a:r>
            <a:r>
              <a:rPr lang="en-US" dirty="0" err="1"/>
              <a:t>readData</a:t>
            </a:r>
            <a:r>
              <a:rPr lang="en-US" dirty="0"/>
              <a:t>() </a:t>
            </a:r>
            <a:r>
              <a:rPr lang="en-US" b="1" dirty="0">
                <a:solidFill>
                  <a:srgbClr val="FF0000"/>
                </a:solidFill>
              </a:rPr>
              <a:t>throws</a:t>
            </a:r>
            <a:r>
              <a:rPr lang="en-US" b="1" dirty="0"/>
              <a:t> </a:t>
            </a:r>
            <a:r>
              <a:rPr lang="en-US" dirty="0" err="1">
                <a:solidFill>
                  <a:schemeClr val="accent1"/>
                </a:solidFill>
              </a:rPr>
              <a:t>IOException</a:t>
            </a:r>
            <a:r>
              <a:rPr lang="en-US" dirty="0">
                <a:solidFill>
                  <a:schemeClr val="accent1"/>
                </a:solidFill>
              </a:rPr>
              <a:t>, </a:t>
            </a:r>
            <a:r>
              <a:rPr lang="en-US" dirty="0" err="1">
                <a:solidFill>
                  <a:schemeClr val="accent1"/>
                </a:solidFill>
              </a:rPr>
              <a:t>ClassNotFoundException</a:t>
            </a:r>
            <a:r>
              <a:rPr lang="en-US" dirty="0">
                <a:solidFill>
                  <a:schemeClr val="accent1"/>
                </a:solidFill>
              </a:rPr>
              <a:t> </a:t>
            </a:r>
            <a:r>
              <a:rPr lang="en-US" dirty="0"/>
              <a:t>{</a:t>
            </a:r>
          </a:p>
          <a:p>
            <a:r>
              <a:rPr lang="en-US" dirty="0"/>
              <a:t>        </a:t>
            </a:r>
            <a:r>
              <a:rPr lang="en-US" dirty="0" err="1">
                <a:solidFill>
                  <a:schemeClr val="accent1"/>
                </a:solidFill>
              </a:rPr>
              <a:t>FileInputStream</a:t>
            </a:r>
            <a:r>
              <a:rPr lang="en-US" dirty="0"/>
              <a:t> file = </a:t>
            </a:r>
            <a:r>
              <a:rPr lang="en-US" dirty="0">
                <a:solidFill>
                  <a:srgbClr val="FF0000"/>
                </a:solidFill>
              </a:rPr>
              <a:t>new</a:t>
            </a:r>
            <a:r>
              <a:rPr lang="en-US" dirty="0"/>
              <a:t> </a:t>
            </a:r>
            <a:r>
              <a:rPr lang="en-US" dirty="0" err="1">
                <a:solidFill>
                  <a:schemeClr val="accent1"/>
                </a:solidFill>
              </a:rPr>
              <a:t>FileInputStream</a:t>
            </a:r>
            <a:r>
              <a:rPr lang="en-US" dirty="0"/>
              <a:t>("data.txt");  </a:t>
            </a:r>
            <a:r>
              <a:rPr lang="en-US" sz="1600" dirty="0"/>
              <a:t>// May throw </a:t>
            </a:r>
            <a:r>
              <a:rPr lang="en-US" sz="1600" dirty="0" err="1"/>
              <a:t>IOException</a:t>
            </a:r>
            <a:endParaRPr lang="en-US" sz="1600" dirty="0"/>
          </a:p>
          <a:p>
            <a:r>
              <a:rPr lang="en-US" dirty="0"/>
              <a:t>        </a:t>
            </a:r>
            <a:r>
              <a:rPr lang="en-US" dirty="0" err="1">
                <a:solidFill>
                  <a:schemeClr val="accent1"/>
                </a:solidFill>
              </a:rPr>
              <a:t>Class.forName</a:t>
            </a:r>
            <a:r>
              <a:rPr lang="en-US" dirty="0"/>
              <a:t>("</a:t>
            </a:r>
            <a:r>
              <a:rPr lang="en-US" dirty="0" err="1"/>
              <a:t>com.mysql.jdbc.Driver</a:t>
            </a:r>
            <a:r>
              <a:rPr lang="en-US" dirty="0"/>
              <a:t>"); </a:t>
            </a:r>
            <a:r>
              <a:rPr lang="en-US" dirty="0" smtClean="0"/>
              <a:t> </a:t>
            </a:r>
            <a:r>
              <a:rPr lang="en-US" sz="1600" dirty="0"/>
              <a:t>// May throw </a:t>
            </a:r>
            <a:r>
              <a:rPr lang="en-US" sz="1600" dirty="0" err="1"/>
              <a:t>ClassNotFoundException</a:t>
            </a:r>
            <a:endParaRPr lang="en-US" sz="1600" dirty="0"/>
          </a:p>
          <a:p>
            <a:r>
              <a:rPr lang="en-US" dirty="0"/>
              <a:t>    }</a:t>
            </a:r>
          </a:p>
          <a:p>
            <a:endParaRPr lang="en-US" dirty="0"/>
          </a:p>
          <a:p>
            <a:r>
              <a:rPr lang="en-US" dirty="0">
                <a:solidFill>
                  <a:srgbClr val="FF0000"/>
                </a:solidFill>
              </a:rPr>
              <a:t>    public static </a:t>
            </a:r>
            <a:r>
              <a:rPr lang="en-US" dirty="0"/>
              <a:t>void main(String[] </a:t>
            </a:r>
            <a:r>
              <a:rPr lang="en-US" dirty="0" err="1"/>
              <a:t>args</a:t>
            </a:r>
            <a:r>
              <a:rPr lang="en-US" dirty="0"/>
              <a:t>) {</a:t>
            </a:r>
          </a:p>
          <a:p>
            <a:r>
              <a:rPr lang="en-US" dirty="0"/>
              <a:t>        </a:t>
            </a:r>
            <a:r>
              <a:rPr lang="en-US" dirty="0">
                <a:solidFill>
                  <a:srgbClr val="FF0000"/>
                </a:solidFill>
              </a:rPr>
              <a:t>try </a:t>
            </a:r>
            <a:r>
              <a:rPr lang="en-US" dirty="0"/>
              <a:t>{</a:t>
            </a:r>
          </a:p>
          <a:p>
            <a:r>
              <a:rPr lang="en-US" dirty="0"/>
              <a:t>            </a:t>
            </a:r>
            <a:r>
              <a:rPr lang="en-US" dirty="0" err="1"/>
              <a:t>readData</a:t>
            </a:r>
            <a:r>
              <a:rPr lang="en-US" dirty="0"/>
              <a:t>();</a:t>
            </a:r>
          </a:p>
          <a:p>
            <a:r>
              <a:rPr lang="en-US" dirty="0"/>
              <a:t>        } </a:t>
            </a:r>
            <a:r>
              <a:rPr lang="en-US" dirty="0">
                <a:solidFill>
                  <a:srgbClr val="FF0000"/>
                </a:solidFill>
              </a:rPr>
              <a:t>catch</a:t>
            </a:r>
            <a:r>
              <a:rPr lang="en-US" dirty="0"/>
              <a:t> (</a:t>
            </a:r>
            <a:r>
              <a:rPr lang="en-US" dirty="0" err="1">
                <a:solidFill>
                  <a:schemeClr val="accent1"/>
                </a:solidFill>
              </a:rPr>
              <a:t>IOException</a:t>
            </a:r>
            <a:r>
              <a:rPr lang="en-US" dirty="0">
                <a:solidFill>
                  <a:schemeClr val="accent1"/>
                </a:solidFill>
              </a:rPr>
              <a:t> | </a:t>
            </a:r>
            <a:r>
              <a:rPr lang="en-US" dirty="0" err="1">
                <a:solidFill>
                  <a:schemeClr val="accent1"/>
                </a:solidFill>
              </a:rPr>
              <a:t>ClassNotFoundException</a:t>
            </a:r>
            <a:r>
              <a:rPr lang="en-US" dirty="0">
                <a:solidFill>
                  <a:schemeClr val="accent1"/>
                </a:solidFill>
              </a:rPr>
              <a:t> e</a:t>
            </a:r>
            <a:r>
              <a:rPr lang="en-US" dirty="0"/>
              <a:t>) {</a:t>
            </a:r>
          </a:p>
          <a:p>
            <a:r>
              <a:rPr lang="en-US" dirty="0"/>
              <a:t>            </a:t>
            </a:r>
            <a:r>
              <a:rPr lang="en-US" dirty="0" err="1">
                <a:solidFill>
                  <a:schemeClr val="accent1"/>
                </a:solidFill>
              </a:rPr>
              <a:t>System.out.println</a:t>
            </a:r>
            <a:r>
              <a:rPr lang="en-US" dirty="0"/>
              <a:t>("Exception handled: " + e);</a:t>
            </a:r>
          </a:p>
          <a:p>
            <a:r>
              <a:rPr lang="en-US" dirty="0"/>
              <a:t>        }</a:t>
            </a:r>
          </a:p>
          <a:p>
            <a:r>
              <a:rPr lang="en-US" dirty="0"/>
              <a:t>    }</a:t>
            </a:r>
          </a:p>
          <a:p>
            <a:r>
              <a:rPr lang="en-US" dirty="0"/>
              <a:t>}</a:t>
            </a:r>
          </a:p>
        </p:txBody>
      </p:sp>
      <p:grpSp>
        <p:nvGrpSpPr>
          <p:cNvPr id="15" name="Group 14"/>
          <p:cNvGrpSpPr/>
          <p:nvPr/>
        </p:nvGrpSpPr>
        <p:grpSpPr>
          <a:xfrm>
            <a:off x="4584032" y="3954170"/>
            <a:ext cx="7122694" cy="1200329"/>
            <a:chOff x="4584032" y="3954170"/>
            <a:chExt cx="7122694" cy="1200329"/>
          </a:xfrm>
        </p:grpSpPr>
        <p:sp>
          <p:nvSpPr>
            <p:cNvPr id="6" name="TextBox 5"/>
            <p:cNvSpPr txBox="1"/>
            <p:nvPr/>
          </p:nvSpPr>
          <p:spPr>
            <a:xfrm>
              <a:off x="8422105" y="3954170"/>
              <a:ext cx="3284621" cy="1200329"/>
            </a:xfrm>
            <a:prstGeom prst="rect">
              <a:avLst/>
            </a:prstGeom>
            <a:noFill/>
            <a:ln>
              <a:solidFill>
                <a:schemeClr val="accent3">
                  <a:lumMod val="60000"/>
                  <a:lumOff val="40000"/>
                </a:schemeClr>
              </a:solidFill>
            </a:ln>
          </p:spPr>
          <p:txBody>
            <a:bodyPr wrap="square" rtlCol="0">
              <a:spAutoFit/>
            </a:bodyPr>
            <a:lstStyle/>
            <a:p>
              <a:r>
                <a:rPr lang="en-US" dirty="0" smtClean="0"/>
                <a:t>The</a:t>
              </a:r>
              <a:r>
                <a:rPr lang="en-US" dirty="0"/>
                <a:t> catch </a:t>
              </a:r>
              <a:r>
                <a:rPr lang="en-US" dirty="0" smtClean="0"/>
                <a:t>can </a:t>
              </a:r>
              <a:r>
                <a:rPr lang="en-US" dirty="0"/>
                <a:t>catch multiple exceptions in a single catch block.</a:t>
              </a:r>
            </a:p>
            <a:p>
              <a:endParaRPr lang="en-US" dirty="0"/>
            </a:p>
          </p:txBody>
        </p:sp>
        <p:cxnSp>
          <p:nvCxnSpPr>
            <p:cNvPr id="10" name="Elbow Connector 9"/>
            <p:cNvCxnSpPr/>
            <p:nvPr/>
          </p:nvCxnSpPr>
          <p:spPr>
            <a:xfrm rot="10800000" flipV="1">
              <a:off x="4584032" y="4547935"/>
              <a:ext cx="3826044" cy="409075"/>
            </a:xfrm>
            <a:prstGeom prst="bentConnector3">
              <a:avLst>
                <a:gd name="adj1" fmla="val 99685"/>
              </a:avLst>
            </a:prstGeom>
            <a:ln>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8554453" y="256463"/>
            <a:ext cx="3304673" cy="646331"/>
          </a:xfrm>
          <a:prstGeom prst="rect">
            <a:avLst/>
          </a:prstGeom>
          <a:noFill/>
          <a:ln>
            <a:solidFill>
              <a:schemeClr val="accent3">
                <a:lumMod val="60000"/>
                <a:lumOff val="40000"/>
              </a:schemeClr>
            </a:solidFill>
          </a:ln>
        </p:spPr>
        <p:txBody>
          <a:bodyPr wrap="square" rtlCol="0">
            <a:spAutoFit/>
          </a:bodyPr>
          <a:lstStyle/>
          <a:p>
            <a:r>
              <a:rPr lang="en-US" dirty="0" smtClean="0"/>
              <a:t>The</a:t>
            </a:r>
            <a:r>
              <a:rPr lang="en-US" dirty="0"/>
              <a:t> </a:t>
            </a:r>
            <a:r>
              <a:rPr lang="en-US" dirty="0" smtClean="0"/>
              <a:t>Throw of multiple exceptions</a:t>
            </a:r>
            <a:endParaRPr lang="en-US" dirty="0"/>
          </a:p>
        </p:txBody>
      </p:sp>
      <p:cxnSp>
        <p:nvCxnSpPr>
          <p:cNvPr id="19" name="Elbow Connector 18"/>
          <p:cNvCxnSpPr/>
          <p:nvPr/>
        </p:nvCxnSpPr>
        <p:spPr>
          <a:xfrm rot="16200000" flipH="1">
            <a:off x="7846843" y="1565865"/>
            <a:ext cx="1603720" cy="172446"/>
          </a:xfrm>
          <a:prstGeom prst="bentConnector3">
            <a:avLst>
              <a:gd name="adj1" fmla="val 50000"/>
            </a:avLst>
          </a:prstGeom>
          <a:ln>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874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 Exception Handling </a:t>
            </a:r>
            <a:r>
              <a:rPr lang="en-US" b="1" dirty="0" smtClean="0"/>
              <a:t>Keywords</a:t>
            </a:r>
            <a:endParaRPr lang="en-US" dirty="0"/>
          </a:p>
        </p:txBody>
      </p:sp>
      <p:sp>
        <p:nvSpPr>
          <p:cNvPr id="3" name="Content Placeholder 2"/>
          <p:cNvSpPr>
            <a:spLocks noGrp="1"/>
          </p:cNvSpPr>
          <p:nvPr>
            <p:ph idx="1"/>
          </p:nvPr>
        </p:nvSpPr>
        <p:spPr/>
        <p:txBody>
          <a:bodyPr/>
          <a:lstStyle/>
          <a:p>
            <a:r>
              <a:rPr lang="en-US" sz="2800" b="1" dirty="0" smtClean="0">
                <a:solidFill>
                  <a:srgbClr val="FF0000"/>
                </a:solidFill>
              </a:rPr>
              <a:t>finally</a:t>
            </a:r>
            <a:endParaRPr lang="en-US" sz="2800" b="1" dirty="0">
              <a:solidFill>
                <a:srgbClr val="FF0000"/>
              </a:solidFill>
            </a:endParaRPr>
          </a:p>
          <a:p>
            <a:pPr lvl="1"/>
            <a:r>
              <a:rPr lang="en-US" sz="2400" dirty="0"/>
              <a:t>Optional block used with try-catch.</a:t>
            </a:r>
          </a:p>
          <a:p>
            <a:pPr lvl="1"/>
            <a:r>
              <a:rPr lang="en-US" sz="2400" dirty="0"/>
              <a:t>Executes </a:t>
            </a:r>
            <a:r>
              <a:rPr lang="en-US" sz="2400" b="1" dirty="0"/>
              <a:t>always</a:t>
            </a:r>
            <a:r>
              <a:rPr lang="en-US" sz="2400" dirty="0"/>
              <a:t>, whether an exception occurs or not.</a:t>
            </a:r>
          </a:p>
          <a:p>
            <a:pPr lvl="1"/>
            <a:r>
              <a:rPr lang="en-US" sz="2400" dirty="0"/>
              <a:t>Commonly used for </a:t>
            </a:r>
            <a:r>
              <a:rPr lang="en-US" sz="2400" b="1" dirty="0"/>
              <a:t>resource cleanup</a:t>
            </a:r>
            <a:r>
              <a:rPr lang="en-US" sz="2400" dirty="0"/>
              <a:t> (closing files, database connections).</a:t>
            </a:r>
          </a:p>
          <a:p>
            <a:endParaRPr lang="en-US" dirty="0"/>
          </a:p>
          <a:p>
            <a:pPr lvl="1"/>
            <a:r>
              <a:rPr lang="en-US" sz="2400" b="1" dirty="0"/>
              <a:t>Example:</a:t>
            </a:r>
            <a:endParaRPr lang="en-US" sz="2400" dirty="0"/>
          </a:p>
          <a:p>
            <a:endParaRPr lang="en-US" dirty="0"/>
          </a:p>
        </p:txBody>
      </p:sp>
      <p:sp>
        <p:nvSpPr>
          <p:cNvPr id="5" name="Rectangle 4"/>
          <p:cNvSpPr/>
          <p:nvPr/>
        </p:nvSpPr>
        <p:spPr>
          <a:xfrm>
            <a:off x="1102895" y="4398846"/>
            <a:ext cx="10250905"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solidFill>
                  <a:schemeClr val="accent1"/>
                </a:solidFill>
              </a:rPr>
              <a:t>finally</a:t>
            </a:r>
            <a:r>
              <a:rPr lang="en-US" dirty="0"/>
              <a:t> {</a:t>
            </a:r>
          </a:p>
          <a:p>
            <a:r>
              <a:rPr lang="en-US" dirty="0"/>
              <a:t>    </a:t>
            </a:r>
            <a:r>
              <a:rPr lang="en-US" dirty="0" err="1"/>
              <a:t>System.out.println</a:t>
            </a:r>
            <a:r>
              <a:rPr lang="en-US" dirty="0"/>
              <a:t>("Cleanup code runs here");</a:t>
            </a:r>
          </a:p>
          <a:p>
            <a:r>
              <a:rPr lang="en-US" dirty="0"/>
              <a:t>}</a:t>
            </a:r>
          </a:p>
        </p:txBody>
      </p:sp>
    </p:spTree>
    <p:extLst>
      <p:ext uri="{BB962C8B-B14F-4D97-AF65-F5344CB8AC3E}">
        <p14:creationId xmlns:p14="http://schemas.microsoft.com/office/powerpoint/2010/main" val="20591695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99A60D-2E7D-6655-4AD0-13B5E9D57FE7}"/>
            </a:ext>
          </a:extLst>
        </p:cNvPr>
        <p:cNvGrpSpPr/>
        <p:nvPr/>
      </p:nvGrpSpPr>
      <p:grpSpPr>
        <a:xfrm>
          <a:off x="0" y="0"/>
          <a:ext cx="0" cy="0"/>
          <a:chOff x="0" y="0"/>
          <a:chExt cx="0" cy="0"/>
        </a:xfrm>
      </p:grpSpPr>
      <p:sp useBgFill="1">
        <p:nvSpPr>
          <p:cNvPr id="13320" name="Rectangle 13319">
            <a:extLst>
              <a:ext uri="{FF2B5EF4-FFF2-40B4-BE49-F238E27FC236}">
                <a16:creationId xmlns:a16="http://schemas.microsoft.com/office/drawing/2014/main" id="{758E9722-C7CA-6F41-9D2C-B0D5B65EFF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2" name="Rectangle 13321">
            <a:extLst>
              <a:ext uri="{FF2B5EF4-FFF2-40B4-BE49-F238E27FC236}">
                <a16:creationId xmlns:a16="http://schemas.microsoft.com/office/drawing/2014/main" id="{31971DE3-4290-8ABB-C335-DD733CEF2C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
            <a:ext cx="12191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4" name="Rectangle 13323">
            <a:extLst>
              <a:ext uri="{FF2B5EF4-FFF2-40B4-BE49-F238E27FC236}">
                <a16:creationId xmlns:a16="http://schemas.microsoft.com/office/drawing/2014/main" id="{C60CA67D-2680-FA7F-E3ED-0CD82CC77ED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60" y="1"/>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6" name="Rectangle 13325">
            <a:extLst>
              <a:ext uri="{FF2B5EF4-FFF2-40B4-BE49-F238E27FC236}">
                <a16:creationId xmlns:a16="http://schemas.microsoft.com/office/drawing/2014/main" id="{33783040-44FF-74C0-166B-85D05B8A317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prstClr val="white"/>
              </a:solidFill>
              <a:latin typeface="Aptos" panose="02110004020202020204"/>
            </a:endParaRPr>
          </a:p>
        </p:txBody>
      </p:sp>
      <p:sp>
        <p:nvSpPr>
          <p:cNvPr id="7170" name="Rectangle 2">
            <a:extLst>
              <a:ext uri="{FF2B5EF4-FFF2-40B4-BE49-F238E27FC236}">
                <a16:creationId xmlns:a16="http://schemas.microsoft.com/office/drawing/2014/main" id="{8F7AC7FA-6E96-C5EF-A24D-754EABB56200}"/>
              </a:ext>
            </a:extLst>
          </p:cNvPr>
          <p:cNvSpPr>
            <a:spLocks noGrp="1" noChangeArrowheads="1"/>
          </p:cNvSpPr>
          <p:nvPr>
            <p:ph type="title"/>
          </p:nvPr>
        </p:nvSpPr>
        <p:spPr>
          <a:xfrm>
            <a:off x="838202" y="348868"/>
            <a:ext cx="10577420" cy="877729"/>
          </a:xfrm>
        </p:spPr>
        <p:txBody>
          <a:bodyPr anchor="ctr">
            <a:normAutofit/>
          </a:bodyPr>
          <a:lstStyle/>
          <a:p>
            <a:r>
              <a:rPr lang="en-US" sz="4400" b="1" dirty="0" smtClean="0">
                <a:solidFill>
                  <a:srgbClr val="FFFFFF"/>
                </a:solidFill>
                <a:latin typeface="Times New Roman" panose="02020603050405020304" pitchFamily="18" charset="0"/>
                <a:cs typeface="Times New Roman" panose="02020603050405020304" pitchFamily="18" charset="0"/>
              </a:rPr>
              <a:t>Useful </a:t>
            </a:r>
            <a:r>
              <a:rPr lang="en-US" sz="4400" b="1" dirty="0">
                <a:solidFill>
                  <a:srgbClr val="FFFFFF"/>
                </a:solidFill>
                <a:latin typeface="Times New Roman" panose="02020603050405020304" pitchFamily="18" charset="0"/>
                <a:cs typeface="Times New Roman" panose="02020603050405020304" pitchFamily="18" charset="0"/>
              </a:rPr>
              <a:t>Methods of </a:t>
            </a:r>
            <a:r>
              <a:rPr lang="en-US" sz="4400" b="1" dirty="0" err="1">
                <a:solidFill>
                  <a:srgbClr val="FFFFFF"/>
                </a:solidFill>
                <a:latin typeface="Times New Roman" panose="02020603050405020304" pitchFamily="18" charset="0"/>
                <a:cs typeface="Times New Roman" panose="02020603050405020304" pitchFamily="18" charset="0"/>
              </a:rPr>
              <a:t>Throwable</a:t>
            </a:r>
            <a:endParaRPr lang="en-US" altLang="en-US" sz="4400" b="1" dirty="0">
              <a:solidFill>
                <a:srgbClr val="FFFFFF"/>
              </a:solidFill>
              <a:latin typeface="Times New Roman" panose="02020603050405020304" pitchFamily="18" charset="0"/>
              <a:cs typeface="Times New Roman" panose="02020603050405020304" pitchFamily="18"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752094572"/>
              </p:ext>
            </p:extLst>
          </p:nvPr>
        </p:nvGraphicFramePr>
        <p:xfrm>
          <a:off x="606425" y="2041525"/>
          <a:ext cx="10515600" cy="44272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402271903"/>
                    </a:ext>
                  </a:extLst>
                </a:gridCol>
                <a:gridCol w="5257800">
                  <a:extLst>
                    <a:ext uri="{9D8B030D-6E8A-4147-A177-3AD203B41FA5}">
                      <a16:colId xmlns:a16="http://schemas.microsoft.com/office/drawing/2014/main" val="3378917017"/>
                    </a:ext>
                  </a:extLst>
                </a:gridCol>
              </a:tblGrid>
              <a:tr h="370840">
                <a:tc>
                  <a:txBody>
                    <a:bodyPr/>
                    <a:lstStyle/>
                    <a:p>
                      <a:pPr algn="ctr" fontAlgn="ctr"/>
                      <a:r>
                        <a:rPr lang="en-US" sz="2400" b="1" i="0" u="none" strike="noStrike" dirty="0">
                          <a:solidFill>
                            <a:srgbClr val="000000"/>
                          </a:solidFill>
                          <a:effectLst/>
                          <a:latin typeface="Calibri" panose="020F0502020204030204" pitchFamily="34" charset="0"/>
                        </a:rPr>
                        <a:t>Method</a:t>
                      </a:r>
                    </a:p>
                  </a:txBody>
                  <a:tcPr marL="6350" marR="6350" marT="6350" marB="0" anchor="ctr"/>
                </a:tc>
                <a:tc>
                  <a:txBody>
                    <a:bodyPr/>
                    <a:lstStyle/>
                    <a:p>
                      <a:pPr algn="ctr" fontAlgn="ctr"/>
                      <a:r>
                        <a:rPr lang="en-US" sz="2400" b="1" i="0" u="none" strike="noStrike">
                          <a:solidFill>
                            <a:srgbClr val="000000"/>
                          </a:solidFill>
                          <a:effectLst/>
                          <a:latin typeface="Calibri" panose="020F0502020204030204" pitchFamily="34" charset="0"/>
                        </a:rPr>
                        <a:t>Purpose</a:t>
                      </a:r>
                    </a:p>
                  </a:txBody>
                  <a:tcPr marL="6350" marR="6350" marT="6350" marB="0" anchor="ctr"/>
                </a:tc>
                <a:extLst>
                  <a:ext uri="{0D108BD9-81ED-4DB2-BD59-A6C34878D82A}">
                    <a16:rowId xmlns:a16="http://schemas.microsoft.com/office/drawing/2014/main" val="73736318"/>
                  </a:ext>
                </a:extLst>
              </a:tr>
              <a:tr h="370840">
                <a:tc>
                  <a:txBody>
                    <a:bodyPr/>
                    <a:lstStyle/>
                    <a:p>
                      <a:pPr algn="l" fontAlgn="ctr"/>
                      <a:r>
                        <a:rPr lang="en-US" sz="1800" b="1" i="0" u="none" strike="noStrike" dirty="0" err="1">
                          <a:solidFill>
                            <a:srgbClr val="000000"/>
                          </a:solidFill>
                          <a:effectLst/>
                          <a:latin typeface="Arial Unicode MS" panose="020B0604020202020204" pitchFamily="34" charset="-128"/>
                          <a:ea typeface="Arial Unicode MS" panose="020B0604020202020204" pitchFamily="34" charset="-128"/>
                        </a:rPr>
                        <a:t>getMessage</a:t>
                      </a:r>
                      <a:r>
                        <a:rPr lang="en-US" sz="1800" b="1" i="0" u="none" strike="noStrike" dirty="0">
                          <a:solidFill>
                            <a:srgbClr val="000000"/>
                          </a:solidFill>
                          <a:effectLst/>
                          <a:latin typeface="Arial Unicode MS" panose="020B0604020202020204" pitchFamily="34" charset="-128"/>
                          <a:ea typeface="Arial Unicode MS" panose="020B0604020202020204" pitchFamily="34" charset="-128"/>
                        </a:rPr>
                        <a:t>()</a:t>
                      </a:r>
                    </a:p>
                  </a:txBody>
                  <a:tcPr marL="6350" marR="6350" marT="6350" marB="0" anchor="ctr"/>
                </a:tc>
                <a:tc>
                  <a:txBody>
                    <a:bodyPr/>
                    <a:lstStyle/>
                    <a:p>
                      <a:pPr algn="l" fontAlgn="ctr"/>
                      <a:r>
                        <a:rPr lang="en-US" sz="2400" b="0" i="0" u="none" strike="noStrike" dirty="0">
                          <a:solidFill>
                            <a:srgbClr val="000000"/>
                          </a:solidFill>
                          <a:effectLst/>
                          <a:latin typeface="Calibri" panose="020F0502020204030204" pitchFamily="34" charset="0"/>
                        </a:rPr>
                        <a:t>Returns the exception message provided when creating the exception.</a:t>
                      </a:r>
                    </a:p>
                  </a:txBody>
                  <a:tcPr marL="6350" marR="6350" marT="6350" marB="0" anchor="ctr"/>
                </a:tc>
                <a:extLst>
                  <a:ext uri="{0D108BD9-81ED-4DB2-BD59-A6C34878D82A}">
                    <a16:rowId xmlns:a16="http://schemas.microsoft.com/office/drawing/2014/main" val="1970315526"/>
                  </a:ext>
                </a:extLst>
              </a:tr>
              <a:tr h="370840">
                <a:tc>
                  <a:txBody>
                    <a:bodyPr/>
                    <a:lstStyle/>
                    <a:p>
                      <a:pPr algn="l" fontAlgn="ctr"/>
                      <a:r>
                        <a:rPr lang="en-US" sz="1800" b="1" i="0" u="none" strike="noStrike" dirty="0" err="1">
                          <a:solidFill>
                            <a:srgbClr val="000000"/>
                          </a:solidFill>
                          <a:effectLst/>
                          <a:latin typeface="Arial Unicode MS" panose="020B0604020202020204" pitchFamily="34" charset="-128"/>
                          <a:ea typeface="Arial Unicode MS" panose="020B0604020202020204" pitchFamily="34" charset="-128"/>
                        </a:rPr>
                        <a:t>getLocalizedMessage</a:t>
                      </a:r>
                      <a:r>
                        <a:rPr lang="en-US" sz="1800" b="1" i="0" u="none" strike="noStrike" dirty="0">
                          <a:solidFill>
                            <a:srgbClr val="000000"/>
                          </a:solidFill>
                          <a:effectLst/>
                          <a:latin typeface="Arial Unicode MS" panose="020B0604020202020204" pitchFamily="34" charset="-128"/>
                          <a:ea typeface="Arial Unicode MS" panose="020B0604020202020204" pitchFamily="34" charset="-128"/>
                        </a:rPr>
                        <a:t>()</a:t>
                      </a:r>
                    </a:p>
                  </a:txBody>
                  <a:tcPr marL="6350" marR="6350" marT="6350" marB="0" anchor="ctr"/>
                </a:tc>
                <a:tc>
                  <a:txBody>
                    <a:bodyPr/>
                    <a:lstStyle/>
                    <a:p>
                      <a:pPr algn="l" fontAlgn="ctr"/>
                      <a:r>
                        <a:rPr lang="en-US" sz="2400" b="0" i="0" u="none" strike="noStrike">
                          <a:solidFill>
                            <a:srgbClr val="000000"/>
                          </a:solidFill>
                          <a:effectLst/>
                          <a:latin typeface="Calibri" panose="020F0502020204030204" pitchFamily="34" charset="0"/>
                        </a:rPr>
                        <a:t>Returns a locale-specific message; by default, calls </a:t>
                      </a:r>
                      <a:r>
                        <a:rPr lang="en-US" sz="1800" b="0" i="0" u="none" strike="noStrike">
                          <a:solidFill>
                            <a:srgbClr val="000000"/>
                          </a:solidFill>
                          <a:effectLst/>
                          <a:latin typeface="Arial Unicode MS" panose="020B0604020202020204" pitchFamily="34" charset="-128"/>
                          <a:ea typeface="Arial Unicode MS" panose="020B0604020202020204" pitchFamily="34" charset="-128"/>
                        </a:rPr>
                        <a:t>getMessage()</a:t>
                      </a:r>
                      <a:r>
                        <a:rPr lang="en-US" sz="2400" b="0" i="0" u="none" strike="noStrike">
                          <a:solidFill>
                            <a:srgbClr val="000000"/>
                          </a:solidFill>
                          <a:effectLst/>
                          <a:latin typeface="Calibri" panose="020F0502020204030204" pitchFamily="34" charset="0"/>
                        </a:rPr>
                        <a:t>.</a:t>
                      </a:r>
                    </a:p>
                  </a:txBody>
                  <a:tcPr marL="6350" marR="6350" marT="6350" marB="0" anchor="ctr"/>
                </a:tc>
                <a:extLst>
                  <a:ext uri="{0D108BD9-81ED-4DB2-BD59-A6C34878D82A}">
                    <a16:rowId xmlns:a16="http://schemas.microsoft.com/office/drawing/2014/main" val="4019898206"/>
                  </a:ext>
                </a:extLst>
              </a:tr>
              <a:tr h="370840">
                <a:tc>
                  <a:txBody>
                    <a:bodyPr/>
                    <a:lstStyle/>
                    <a:p>
                      <a:pPr algn="l" fontAlgn="ctr"/>
                      <a:r>
                        <a:rPr lang="en-US" sz="1800" b="1" i="0" u="none" strike="noStrike" dirty="0" err="1">
                          <a:solidFill>
                            <a:srgbClr val="000000"/>
                          </a:solidFill>
                          <a:effectLst/>
                          <a:latin typeface="Arial Unicode MS" panose="020B0604020202020204" pitchFamily="34" charset="-128"/>
                          <a:ea typeface="Arial Unicode MS" panose="020B0604020202020204" pitchFamily="34" charset="-128"/>
                        </a:rPr>
                        <a:t>getCause</a:t>
                      </a:r>
                      <a:r>
                        <a:rPr lang="en-US" sz="1800" b="1" i="0" u="none" strike="noStrike" dirty="0">
                          <a:solidFill>
                            <a:srgbClr val="000000"/>
                          </a:solidFill>
                          <a:effectLst/>
                          <a:latin typeface="Arial Unicode MS" panose="020B0604020202020204" pitchFamily="34" charset="-128"/>
                          <a:ea typeface="Arial Unicode MS" panose="020B0604020202020204" pitchFamily="34" charset="-128"/>
                        </a:rPr>
                        <a:t>()</a:t>
                      </a:r>
                    </a:p>
                  </a:txBody>
                  <a:tcPr marL="6350" marR="6350" marT="6350" marB="0" anchor="ctr"/>
                </a:tc>
                <a:tc>
                  <a:txBody>
                    <a:bodyPr/>
                    <a:lstStyle/>
                    <a:p>
                      <a:pPr algn="l" fontAlgn="ctr"/>
                      <a:r>
                        <a:rPr lang="en-US" sz="2400" b="0" i="0" u="none" strike="noStrike">
                          <a:solidFill>
                            <a:srgbClr val="000000"/>
                          </a:solidFill>
                          <a:effectLst/>
                          <a:latin typeface="Calibri" panose="020F0502020204030204" pitchFamily="34" charset="0"/>
                        </a:rPr>
                        <a:t>Returns the underlying cause of the exception, or </a:t>
                      </a:r>
                      <a:r>
                        <a:rPr lang="en-US" sz="1800" b="0" i="0" u="none" strike="noStrike">
                          <a:solidFill>
                            <a:srgbClr val="000000"/>
                          </a:solidFill>
                          <a:effectLst/>
                          <a:latin typeface="Arial Unicode MS" panose="020B0604020202020204" pitchFamily="34" charset="-128"/>
                          <a:ea typeface="Arial Unicode MS" panose="020B0604020202020204" pitchFamily="34" charset="-128"/>
                        </a:rPr>
                        <a:t>null</a:t>
                      </a:r>
                      <a:r>
                        <a:rPr lang="en-US" sz="2400" b="0" i="0" u="none" strike="noStrike">
                          <a:solidFill>
                            <a:srgbClr val="000000"/>
                          </a:solidFill>
                          <a:effectLst/>
                          <a:latin typeface="Calibri" panose="020F0502020204030204" pitchFamily="34" charset="0"/>
                        </a:rPr>
                        <a:t> if unknown.</a:t>
                      </a:r>
                    </a:p>
                  </a:txBody>
                  <a:tcPr marL="6350" marR="6350" marT="6350" marB="0" anchor="ctr"/>
                </a:tc>
                <a:extLst>
                  <a:ext uri="{0D108BD9-81ED-4DB2-BD59-A6C34878D82A}">
                    <a16:rowId xmlns:a16="http://schemas.microsoft.com/office/drawing/2014/main" val="1427238210"/>
                  </a:ext>
                </a:extLst>
              </a:tr>
              <a:tr h="370840">
                <a:tc>
                  <a:txBody>
                    <a:bodyPr/>
                    <a:lstStyle/>
                    <a:p>
                      <a:pPr algn="l" fontAlgn="ctr"/>
                      <a:r>
                        <a:rPr lang="en-US" sz="1800" b="1" i="0" u="none" strike="noStrike" dirty="0" err="1">
                          <a:solidFill>
                            <a:srgbClr val="000000"/>
                          </a:solidFill>
                          <a:effectLst/>
                          <a:latin typeface="Arial Unicode MS" panose="020B0604020202020204" pitchFamily="34" charset="-128"/>
                          <a:ea typeface="Arial Unicode MS" panose="020B0604020202020204" pitchFamily="34" charset="-128"/>
                        </a:rPr>
                        <a:t>toString</a:t>
                      </a:r>
                      <a:r>
                        <a:rPr lang="en-US" sz="1800" b="1" i="0" u="none" strike="noStrike" dirty="0">
                          <a:solidFill>
                            <a:srgbClr val="000000"/>
                          </a:solidFill>
                          <a:effectLst/>
                          <a:latin typeface="Arial Unicode MS" panose="020B0604020202020204" pitchFamily="34" charset="-128"/>
                          <a:ea typeface="Arial Unicode MS" panose="020B0604020202020204" pitchFamily="34" charset="-128"/>
                        </a:rPr>
                        <a:t>()</a:t>
                      </a:r>
                    </a:p>
                  </a:txBody>
                  <a:tcPr marL="6350" marR="6350" marT="6350" marB="0" anchor="ctr"/>
                </a:tc>
                <a:tc>
                  <a:txBody>
                    <a:bodyPr/>
                    <a:lstStyle/>
                    <a:p>
                      <a:pPr algn="l" fontAlgn="ctr"/>
                      <a:r>
                        <a:rPr lang="en-US" sz="2400" b="0" i="0" u="none" strike="noStrike">
                          <a:solidFill>
                            <a:srgbClr val="000000"/>
                          </a:solidFill>
                          <a:effectLst/>
                          <a:latin typeface="Calibri" panose="020F0502020204030204" pitchFamily="34" charset="0"/>
                        </a:rPr>
                        <a:t>Returns a string containing the exception class name and the message.</a:t>
                      </a:r>
                    </a:p>
                  </a:txBody>
                  <a:tcPr marL="6350" marR="6350" marT="6350" marB="0" anchor="ctr"/>
                </a:tc>
                <a:extLst>
                  <a:ext uri="{0D108BD9-81ED-4DB2-BD59-A6C34878D82A}">
                    <a16:rowId xmlns:a16="http://schemas.microsoft.com/office/drawing/2014/main" val="1720949881"/>
                  </a:ext>
                </a:extLst>
              </a:tr>
              <a:tr h="370840">
                <a:tc>
                  <a:txBody>
                    <a:bodyPr/>
                    <a:lstStyle/>
                    <a:p>
                      <a:pPr algn="l" fontAlgn="ctr"/>
                      <a:r>
                        <a:rPr lang="en-US" sz="1800" b="1" i="0" u="none" strike="noStrike" dirty="0" err="1">
                          <a:solidFill>
                            <a:srgbClr val="000000"/>
                          </a:solidFill>
                          <a:effectLst/>
                          <a:latin typeface="Arial Unicode MS" panose="020B0604020202020204" pitchFamily="34" charset="-128"/>
                          <a:ea typeface="Arial Unicode MS" panose="020B0604020202020204" pitchFamily="34" charset="-128"/>
                        </a:rPr>
                        <a:t>printStackTrace</a:t>
                      </a:r>
                      <a:r>
                        <a:rPr lang="en-US" sz="1800" b="1" i="0" u="none" strike="noStrike" dirty="0">
                          <a:solidFill>
                            <a:srgbClr val="000000"/>
                          </a:solidFill>
                          <a:effectLst/>
                          <a:latin typeface="Arial Unicode MS" panose="020B0604020202020204" pitchFamily="34" charset="-128"/>
                          <a:ea typeface="Arial Unicode MS" panose="020B0604020202020204" pitchFamily="34" charset="-128"/>
                        </a:rPr>
                        <a:t>()</a:t>
                      </a:r>
                    </a:p>
                  </a:txBody>
                  <a:tcPr marL="6350" marR="6350" marT="6350" marB="0" anchor="ctr"/>
                </a:tc>
                <a:tc>
                  <a:txBody>
                    <a:bodyPr/>
                    <a:lstStyle/>
                    <a:p>
                      <a:pPr algn="l" fontAlgn="ctr"/>
                      <a:r>
                        <a:rPr lang="en-US" sz="2400" b="0" i="0" u="none" strike="noStrike" dirty="0">
                          <a:solidFill>
                            <a:srgbClr val="000000"/>
                          </a:solidFill>
                          <a:effectLst/>
                          <a:latin typeface="Calibri" panose="020F0502020204030204" pitchFamily="34" charset="0"/>
                        </a:rPr>
                        <a:t>Prints the stack trace to the standard error stream. Can also print to a </a:t>
                      </a:r>
                      <a:r>
                        <a:rPr lang="en-US" sz="1800" b="0" i="0" u="none" strike="noStrike" dirty="0" err="1">
                          <a:solidFill>
                            <a:srgbClr val="000000"/>
                          </a:solidFill>
                          <a:effectLst/>
                          <a:latin typeface="Arial Unicode MS" panose="020B0604020202020204" pitchFamily="34" charset="-128"/>
                          <a:ea typeface="Arial Unicode MS" panose="020B0604020202020204" pitchFamily="34" charset="-128"/>
                        </a:rPr>
                        <a:t>PrintStream</a:t>
                      </a:r>
                      <a:r>
                        <a:rPr lang="en-US" sz="2400" b="0" i="0" u="none" strike="noStrike" dirty="0">
                          <a:solidFill>
                            <a:srgbClr val="000000"/>
                          </a:solidFill>
                          <a:effectLst/>
                          <a:latin typeface="Calibri" panose="020F0502020204030204" pitchFamily="34" charset="0"/>
                        </a:rPr>
                        <a:t> or </a:t>
                      </a:r>
                      <a:r>
                        <a:rPr lang="en-US" sz="1800" b="0" i="0" u="none" strike="noStrike" dirty="0" err="1">
                          <a:solidFill>
                            <a:srgbClr val="000000"/>
                          </a:solidFill>
                          <a:effectLst/>
                          <a:latin typeface="Arial Unicode MS" panose="020B0604020202020204" pitchFamily="34" charset="-128"/>
                          <a:ea typeface="Arial Unicode MS" panose="020B0604020202020204" pitchFamily="34" charset="-128"/>
                        </a:rPr>
                        <a:t>PrintWriter</a:t>
                      </a:r>
                      <a:r>
                        <a:rPr lang="en-US" sz="2400" b="0" i="0" u="none" strike="noStrike" dirty="0">
                          <a:solidFill>
                            <a:srgbClr val="000000"/>
                          </a:solidFill>
                          <a:effectLst/>
                          <a:latin typeface="Calibri" panose="020F0502020204030204" pitchFamily="34" charset="0"/>
                        </a:rPr>
                        <a:t> for logging.</a:t>
                      </a:r>
                    </a:p>
                  </a:txBody>
                  <a:tcPr marL="6350" marR="6350" marT="6350" marB="0" anchor="ctr"/>
                </a:tc>
                <a:extLst>
                  <a:ext uri="{0D108BD9-81ED-4DB2-BD59-A6C34878D82A}">
                    <a16:rowId xmlns:a16="http://schemas.microsoft.com/office/drawing/2014/main" val="2072075388"/>
                  </a:ext>
                </a:extLst>
              </a:tr>
            </a:tbl>
          </a:graphicData>
        </a:graphic>
      </p:graphicFrame>
    </p:spTree>
    <p:extLst>
      <p:ext uri="{BB962C8B-B14F-4D97-AF65-F5344CB8AC3E}">
        <p14:creationId xmlns:p14="http://schemas.microsoft.com/office/powerpoint/2010/main" val="12057669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99A60D-2E7D-6655-4AD0-13B5E9D57FE7}"/>
            </a:ext>
          </a:extLst>
        </p:cNvPr>
        <p:cNvGrpSpPr/>
        <p:nvPr/>
      </p:nvGrpSpPr>
      <p:grpSpPr>
        <a:xfrm>
          <a:off x="0" y="0"/>
          <a:ext cx="0" cy="0"/>
          <a:chOff x="0" y="0"/>
          <a:chExt cx="0" cy="0"/>
        </a:xfrm>
      </p:grpSpPr>
      <p:sp useBgFill="1">
        <p:nvSpPr>
          <p:cNvPr id="13320" name="Rectangle 13319">
            <a:extLst>
              <a:ext uri="{FF2B5EF4-FFF2-40B4-BE49-F238E27FC236}">
                <a16:creationId xmlns:a16="http://schemas.microsoft.com/office/drawing/2014/main" id="{758E9722-C7CA-6F41-9D2C-B0D5B65EFF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2" name="Rectangle 13321">
            <a:extLst>
              <a:ext uri="{FF2B5EF4-FFF2-40B4-BE49-F238E27FC236}">
                <a16:creationId xmlns:a16="http://schemas.microsoft.com/office/drawing/2014/main" id="{31971DE3-4290-8ABB-C335-DD733CEF2C3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
            <a:ext cx="12191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4" name="Rectangle 13323">
            <a:extLst>
              <a:ext uri="{FF2B5EF4-FFF2-40B4-BE49-F238E27FC236}">
                <a16:creationId xmlns:a16="http://schemas.microsoft.com/office/drawing/2014/main" id="{C60CA67D-2680-FA7F-E3ED-0CD82CC77ED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60" y="1"/>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Aptos" panose="02110004020202020204"/>
            </a:endParaRPr>
          </a:p>
        </p:txBody>
      </p:sp>
      <p:sp>
        <p:nvSpPr>
          <p:cNvPr id="13326" name="Rectangle 13325">
            <a:extLst>
              <a:ext uri="{FF2B5EF4-FFF2-40B4-BE49-F238E27FC236}">
                <a16:creationId xmlns:a16="http://schemas.microsoft.com/office/drawing/2014/main" id="{33783040-44FF-74C0-166B-85D05B8A317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prstClr val="white"/>
              </a:solidFill>
              <a:latin typeface="Aptos" panose="02110004020202020204"/>
            </a:endParaRPr>
          </a:p>
        </p:txBody>
      </p:sp>
      <p:sp>
        <p:nvSpPr>
          <p:cNvPr id="7170" name="Rectangle 2">
            <a:extLst>
              <a:ext uri="{FF2B5EF4-FFF2-40B4-BE49-F238E27FC236}">
                <a16:creationId xmlns:a16="http://schemas.microsoft.com/office/drawing/2014/main" id="{8F7AC7FA-6E96-C5EF-A24D-754EABB56200}"/>
              </a:ext>
            </a:extLst>
          </p:cNvPr>
          <p:cNvSpPr>
            <a:spLocks noGrp="1" noChangeArrowheads="1"/>
          </p:cNvSpPr>
          <p:nvPr>
            <p:ph type="title"/>
          </p:nvPr>
        </p:nvSpPr>
        <p:spPr>
          <a:xfrm>
            <a:off x="838202" y="348868"/>
            <a:ext cx="10577420" cy="877729"/>
          </a:xfrm>
        </p:spPr>
        <p:txBody>
          <a:bodyPr anchor="ctr">
            <a:normAutofit/>
          </a:bodyPr>
          <a:lstStyle/>
          <a:p>
            <a:r>
              <a:rPr lang="en-US" altLang="en-US" sz="4400" b="1">
                <a:solidFill>
                  <a:srgbClr val="FFFFFF"/>
                </a:solidFill>
                <a:latin typeface="Times New Roman" panose="02020603050405020304" pitchFamily="18" charset="0"/>
                <a:cs typeface="Times New Roman" panose="02020603050405020304" pitchFamily="18" charset="0"/>
              </a:rPr>
              <a:t>Problem Solving Steps</a:t>
            </a:r>
            <a:endParaRPr lang="en-US" altLang="en-US" sz="4400" b="1" dirty="0">
              <a:solidFill>
                <a:srgbClr val="FFFFFF"/>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25D7671-E06E-5764-77D7-159D56B32FE5}"/>
              </a:ext>
            </a:extLst>
          </p:cNvPr>
          <p:cNvSpPr>
            <a:spLocks noGrp="1"/>
          </p:cNvSpPr>
          <p:nvPr>
            <p:ph idx="1"/>
          </p:nvPr>
        </p:nvSpPr>
        <p:spPr>
          <a:xfrm>
            <a:off x="605727" y="2041063"/>
            <a:ext cx="10515600" cy="4351339"/>
          </a:xfrm>
        </p:spPr>
        <p:txBody>
          <a:bodyPr>
            <a:normAutofit/>
          </a:bodyPr>
          <a:lstStyle/>
          <a:p>
            <a:pPr marL="514338" indent="-514338">
              <a:buFont typeface="+mj-lt"/>
              <a:buAutoNum type="arabicPeriod"/>
              <a:defRPr b="1"/>
            </a:pPr>
            <a:endParaRPr lang="en-US" sz="3200" dirty="0">
              <a:latin typeface="Times New Roman" panose="02020603050405020304" pitchFamily="18" charset="0"/>
              <a:cs typeface="Times New Roman" panose="02020603050405020304" pitchFamily="18" charset="0"/>
            </a:endParaRPr>
          </a:p>
        </p:txBody>
      </p:sp>
      <p:pic>
        <p:nvPicPr>
          <p:cNvPr id="2" name="Picture 3" descr="What are the ways to get better in solving problems?">
            <a:extLst>
              <a:ext uri="{FF2B5EF4-FFF2-40B4-BE49-F238E27FC236}">
                <a16:creationId xmlns:a16="http://schemas.microsoft.com/office/drawing/2014/main" id="{EB136412-47CC-C63C-1F5B-A9820A6C390F}"/>
              </a:ext>
            </a:extLst>
          </p:cNvPr>
          <p:cNvPicPr>
            <a:picLocks noChangeAspect="1" noChangeArrowheads="1"/>
          </p:cNvPicPr>
          <p:nvPr/>
        </p:nvPicPr>
        <p:blipFill rotWithShape="1">
          <a:blip r:embed="rId3">
            <a:biLevel thresh="75000"/>
            <a:extLst>
              <a:ext uri="{28A0092B-C50C-407E-A947-70E740481C1C}">
                <a14:useLocalDpi xmlns:a14="http://schemas.microsoft.com/office/drawing/2010/main" val="0"/>
              </a:ext>
            </a:extLst>
          </a:blip>
          <a:srcRect l="15939" t="10882" r="17279" b="8937"/>
          <a:stretch>
            <a:fillRect/>
          </a:stretch>
        </p:blipFill>
        <p:spPr bwMode="auto">
          <a:xfrm>
            <a:off x="7542453" y="4535467"/>
            <a:ext cx="4649548" cy="2321552"/>
          </a:xfrm>
          <a:prstGeom prst="rect">
            <a:avLst/>
          </a:prstGeom>
          <a:extLst>
            <a:ext uri="{909E8E84-426E-40DD-AFC4-6F175D3DCCD1}">
              <a14:hiddenFill xmlns:a14="http://schemas.microsoft.com/office/drawing/2010/main">
                <a:solidFill>
                  <a:srgbClr val="FFFFFF"/>
                </a:solidFill>
              </a14:hiddenFill>
            </a:ext>
          </a:extLst>
        </p:spPr>
      </p:pic>
      <p:sp>
        <p:nvSpPr>
          <p:cNvPr id="10" name="Rectangle 9"/>
          <p:cNvSpPr/>
          <p:nvPr/>
        </p:nvSpPr>
        <p:spPr>
          <a:xfrm>
            <a:off x="664535" y="1903270"/>
            <a:ext cx="10250905"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solidFill>
                  <a:srgbClr val="FF0000"/>
                </a:solidFill>
              </a:rPr>
              <a:t>try</a:t>
            </a:r>
            <a:r>
              <a:rPr lang="en-US" dirty="0">
                <a:solidFill>
                  <a:schemeClr val="tx1"/>
                </a:solidFill>
              </a:rPr>
              <a:t> {</a:t>
            </a:r>
          </a:p>
          <a:p>
            <a:r>
              <a:rPr lang="en-US" dirty="0">
                <a:solidFill>
                  <a:schemeClr val="tx1"/>
                </a:solidFill>
              </a:rPr>
              <a:t>    </a:t>
            </a:r>
            <a:r>
              <a:rPr lang="en-US" dirty="0" err="1">
                <a:solidFill>
                  <a:srgbClr val="FF0000"/>
                </a:solidFill>
              </a:rPr>
              <a:t>int</a:t>
            </a:r>
            <a:r>
              <a:rPr lang="en-US" dirty="0">
                <a:solidFill>
                  <a:schemeClr val="tx1"/>
                </a:solidFill>
              </a:rPr>
              <a:t> result = 10 / 0;</a:t>
            </a:r>
          </a:p>
          <a:p>
            <a:r>
              <a:rPr lang="en-US" dirty="0">
                <a:solidFill>
                  <a:schemeClr val="tx1"/>
                </a:solidFill>
              </a:rPr>
              <a:t>} </a:t>
            </a:r>
            <a:r>
              <a:rPr lang="en-US" dirty="0">
                <a:solidFill>
                  <a:srgbClr val="FF0000"/>
                </a:solidFill>
              </a:rPr>
              <a:t>catch</a:t>
            </a:r>
            <a:r>
              <a:rPr lang="en-US" dirty="0">
                <a:solidFill>
                  <a:schemeClr val="tx1"/>
                </a:solidFill>
              </a:rPr>
              <a:t> (</a:t>
            </a:r>
            <a:r>
              <a:rPr lang="en-US" dirty="0" err="1">
                <a:solidFill>
                  <a:schemeClr val="tx1"/>
                </a:solidFill>
              </a:rPr>
              <a:t>ArithmeticException</a:t>
            </a:r>
            <a:r>
              <a:rPr lang="en-US" dirty="0">
                <a:solidFill>
                  <a:schemeClr val="tx1"/>
                </a:solidFill>
              </a:rPr>
              <a:t> e) {</a:t>
            </a:r>
          </a:p>
          <a:p>
            <a:r>
              <a:rPr lang="en-US" dirty="0">
                <a:solidFill>
                  <a:schemeClr val="tx1"/>
                </a:solidFill>
              </a:rPr>
              <a:t>    </a:t>
            </a:r>
            <a:r>
              <a:rPr lang="en-US" dirty="0" err="1">
                <a:solidFill>
                  <a:schemeClr val="tx1"/>
                </a:solidFill>
              </a:rPr>
              <a:t>System.out.println</a:t>
            </a:r>
            <a:r>
              <a:rPr lang="en-US" dirty="0">
                <a:solidFill>
                  <a:schemeClr val="tx1"/>
                </a:solidFill>
              </a:rPr>
              <a:t>("Message: " + </a:t>
            </a:r>
            <a:r>
              <a:rPr lang="en-US" dirty="0" err="1">
                <a:solidFill>
                  <a:schemeClr val="accent1"/>
                </a:solidFill>
              </a:rPr>
              <a:t>e.getMessage</a:t>
            </a:r>
            <a:r>
              <a:rPr lang="en-US" dirty="0">
                <a:solidFill>
                  <a:schemeClr val="accent1"/>
                </a:solidFill>
              </a:rPr>
              <a:t>()</a:t>
            </a:r>
            <a:r>
              <a:rPr lang="en-US" dirty="0">
                <a:solidFill>
                  <a:schemeClr val="tx1"/>
                </a:solidFill>
              </a:rPr>
              <a:t>);</a:t>
            </a:r>
          </a:p>
          <a:p>
            <a:r>
              <a:rPr lang="en-US" dirty="0">
                <a:solidFill>
                  <a:schemeClr val="tx1"/>
                </a:solidFill>
              </a:rPr>
              <a:t>    </a:t>
            </a:r>
            <a:r>
              <a:rPr lang="en-US" dirty="0" err="1">
                <a:solidFill>
                  <a:schemeClr val="tx1"/>
                </a:solidFill>
              </a:rPr>
              <a:t>System.out.println</a:t>
            </a:r>
            <a:r>
              <a:rPr lang="en-US" dirty="0">
                <a:solidFill>
                  <a:schemeClr val="tx1"/>
                </a:solidFill>
              </a:rPr>
              <a:t>("Cause: " + </a:t>
            </a:r>
            <a:r>
              <a:rPr lang="en-US" dirty="0" err="1">
                <a:solidFill>
                  <a:schemeClr val="accent1"/>
                </a:solidFill>
              </a:rPr>
              <a:t>e.getCause</a:t>
            </a:r>
            <a:r>
              <a:rPr lang="en-US" dirty="0">
                <a:solidFill>
                  <a:schemeClr val="accent1"/>
                </a:solidFill>
              </a:rPr>
              <a:t>()</a:t>
            </a:r>
            <a:r>
              <a:rPr lang="en-US" dirty="0">
                <a:solidFill>
                  <a:schemeClr val="tx1"/>
                </a:solidFill>
              </a:rPr>
              <a:t>);</a:t>
            </a:r>
          </a:p>
          <a:p>
            <a:r>
              <a:rPr lang="en-US" dirty="0">
                <a:solidFill>
                  <a:schemeClr val="tx1"/>
                </a:solidFill>
              </a:rPr>
              <a:t>    </a:t>
            </a:r>
            <a:r>
              <a:rPr lang="en-US" dirty="0" err="1">
                <a:solidFill>
                  <a:schemeClr val="tx1"/>
                </a:solidFill>
              </a:rPr>
              <a:t>System.out.println</a:t>
            </a:r>
            <a:r>
              <a:rPr lang="en-US" dirty="0">
                <a:solidFill>
                  <a:schemeClr val="tx1"/>
                </a:solidFill>
              </a:rPr>
              <a:t>("</a:t>
            </a:r>
            <a:r>
              <a:rPr lang="en-US" dirty="0" err="1">
                <a:solidFill>
                  <a:schemeClr val="tx1"/>
                </a:solidFill>
              </a:rPr>
              <a:t>ToString</a:t>
            </a:r>
            <a:r>
              <a:rPr lang="en-US" dirty="0">
                <a:solidFill>
                  <a:schemeClr val="tx1"/>
                </a:solidFill>
              </a:rPr>
              <a:t>: " + </a:t>
            </a:r>
            <a:r>
              <a:rPr lang="en-US" dirty="0" err="1">
                <a:solidFill>
                  <a:schemeClr val="accent1"/>
                </a:solidFill>
              </a:rPr>
              <a:t>e.toString</a:t>
            </a:r>
            <a:r>
              <a:rPr lang="en-US" dirty="0">
                <a:solidFill>
                  <a:schemeClr val="accent1"/>
                </a:solidFill>
              </a:rPr>
              <a:t>()</a:t>
            </a:r>
            <a:r>
              <a:rPr lang="en-US" dirty="0">
                <a:solidFill>
                  <a:schemeClr val="tx1"/>
                </a:solidFill>
              </a:rPr>
              <a:t>);</a:t>
            </a:r>
          </a:p>
          <a:p>
            <a:r>
              <a:rPr lang="en-US" dirty="0">
                <a:solidFill>
                  <a:schemeClr val="tx1"/>
                </a:solidFill>
              </a:rPr>
              <a:t>    </a:t>
            </a:r>
            <a:r>
              <a:rPr lang="en-US" dirty="0" err="1">
                <a:solidFill>
                  <a:schemeClr val="accent1"/>
                </a:solidFill>
              </a:rPr>
              <a:t>e.printStackTrace</a:t>
            </a:r>
            <a:r>
              <a:rPr lang="en-US" dirty="0">
                <a:solidFill>
                  <a:schemeClr val="accent1"/>
                </a:solidFill>
              </a:rPr>
              <a:t>()</a:t>
            </a:r>
            <a:r>
              <a:rPr lang="en-US" dirty="0">
                <a:solidFill>
                  <a:schemeClr val="tx1"/>
                </a:solidFill>
              </a:rPr>
              <a:t>;</a:t>
            </a:r>
          </a:p>
          <a:p>
            <a:r>
              <a:rPr lang="en-US" dirty="0">
                <a:solidFill>
                  <a:schemeClr val="tx1"/>
                </a:solidFill>
              </a:rPr>
              <a:t>}</a:t>
            </a:r>
          </a:p>
        </p:txBody>
      </p:sp>
      <p:sp>
        <p:nvSpPr>
          <p:cNvPr id="11" name="Rectangle 10"/>
          <p:cNvSpPr/>
          <p:nvPr/>
        </p:nvSpPr>
        <p:spPr>
          <a:xfrm>
            <a:off x="605724" y="4676211"/>
            <a:ext cx="7335118"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solidFill>
                  <a:schemeClr val="accent1"/>
                </a:solidFill>
              </a:rPr>
              <a:t>Message: / by zero</a:t>
            </a:r>
          </a:p>
          <a:p>
            <a:r>
              <a:rPr lang="en-US" dirty="0">
                <a:solidFill>
                  <a:schemeClr val="accent1"/>
                </a:solidFill>
              </a:rPr>
              <a:t>Cause: null</a:t>
            </a:r>
          </a:p>
          <a:p>
            <a:r>
              <a:rPr lang="en-US" dirty="0" err="1">
                <a:solidFill>
                  <a:schemeClr val="accent1"/>
                </a:solidFill>
              </a:rPr>
              <a:t>ToString</a:t>
            </a:r>
            <a:r>
              <a:rPr lang="en-US" dirty="0">
                <a:solidFill>
                  <a:schemeClr val="accent1"/>
                </a:solidFill>
              </a:rPr>
              <a:t>: </a:t>
            </a:r>
            <a:r>
              <a:rPr lang="en-US" dirty="0" err="1">
                <a:solidFill>
                  <a:schemeClr val="accent1"/>
                </a:solidFill>
              </a:rPr>
              <a:t>java.lang.ArithmeticException</a:t>
            </a:r>
            <a:r>
              <a:rPr lang="en-US" dirty="0">
                <a:solidFill>
                  <a:schemeClr val="accent1"/>
                </a:solidFill>
              </a:rPr>
              <a:t>: / by zero</a:t>
            </a:r>
          </a:p>
          <a:p>
            <a:r>
              <a:rPr lang="en-US" dirty="0" err="1">
                <a:solidFill>
                  <a:schemeClr val="accent1"/>
                </a:solidFill>
              </a:rPr>
              <a:t>java.lang.ArithmeticException</a:t>
            </a:r>
            <a:r>
              <a:rPr lang="en-US" dirty="0">
                <a:solidFill>
                  <a:schemeClr val="accent1"/>
                </a:solidFill>
              </a:rPr>
              <a:t>: / by zero</a:t>
            </a:r>
          </a:p>
          <a:p>
            <a:r>
              <a:rPr lang="en-US" dirty="0">
                <a:solidFill>
                  <a:schemeClr val="accent1"/>
                </a:solidFill>
              </a:rPr>
              <a:t>    at </a:t>
            </a:r>
            <a:r>
              <a:rPr lang="en-US" dirty="0" err="1">
                <a:solidFill>
                  <a:schemeClr val="accent1"/>
                </a:solidFill>
              </a:rPr>
              <a:t>Main.main</a:t>
            </a:r>
            <a:r>
              <a:rPr lang="en-US" dirty="0">
                <a:solidFill>
                  <a:schemeClr val="accent1"/>
                </a:solidFill>
              </a:rPr>
              <a:t>(Main.java:3)</a:t>
            </a:r>
            <a:endParaRPr lang="en-US" dirty="0"/>
          </a:p>
        </p:txBody>
      </p:sp>
    </p:spTree>
    <p:extLst>
      <p:ext uri="{BB962C8B-B14F-4D97-AF65-F5344CB8AC3E}">
        <p14:creationId xmlns:p14="http://schemas.microsoft.com/office/powerpoint/2010/main" val="1916105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A Custom Exception </a:t>
            </a:r>
            <a:r>
              <a:rPr lang="en-US" b="1" dirty="0">
                <a:latin typeface="Times New Roman" panose="02020603050405020304" pitchFamily="18" charset="0"/>
                <a:cs typeface="Times New Roman" panose="02020603050405020304" pitchFamily="18" charset="0"/>
              </a:rPr>
              <a:t>Class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Java provides many built-in exception classes, but sometimes </a:t>
            </a:r>
            <a:r>
              <a:rPr lang="en-US" sz="2400" b="1" dirty="0">
                <a:latin typeface="Times New Roman" panose="02020603050405020304" pitchFamily="18" charset="0"/>
                <a:cs typeface="Times New Roman" panose="02020603050405020304" pitchFamily="18" charset="0"/>
              </a:rPr>
              <a:t>custom exceptions</a:t>
            </a:r>
            <a:r>
              <a:rPr lang="en-US" sz="2400" dirty="0">
                <a:latin typeface="Times New Roman" panose="02020603050405020304" pitchFamily="18" charset="0"/>
                <a:cs typeface="Times New Roman" panose="02020603050405020304" pitchFamily="18" charset="0"/>
              </a:rPr>
              <a:t> are needed.</a:t>
            </a:r>
          </a:p>
          <a:p>
            <a:r>
              <a:rPr lang="en-US" sz="2400" b="1" dirty="0">
                <a:latin typeface="Times New Roman" panose="02020603050405020304" pitchFamily="18" charset="0"/>
                <a:cs typeface="Times New Roman" panose="02020603050405020304" pitchFamily="18" charset="0"/>
              </a:rPr>
              <a:t>Purpose:</a:t>
            </a:r>
            <a:r>
              <a:rPr lang="en-US" sz="2400" dirty="0">
                <a:latin typeface="Times New Roman" panose="02020603050405020304" pitchFamily="18" charset="0"/>
                <a:cs typeface="Times New Roman" panose="02020603050405020304" pitchFamily="18" charset="0"/>
              </a:rPr>
              <a:t> Notify the caller about a </a:t>
            </a:r>
            <a:r>
              <a:rPr lang="en-US" sz="2400" b="1" dirty="0">
                <a:latin typeface="Times New Roman" panose="02020603050405020304" pitchFamily="18" charset="0"/>
                <a:cs typeface="Times New Roman" panose="02020603050405020304" pitchFamily="18" charset="0"/>
              </a:rPr>
              <a:t>specific type of error</a:t>
            </a:r>
            <a:r>
              <a:rPr lang="en-US" sz="2400" dirty="0">
                <a:latin typeface="Times New Roman" panose="02020603050405020304" pitchFamily="18" charset="0"/>
                <a:cs typeface="Times New Roman" panose="02020603050405020304" pitchFamily="18" charset="0"/>
              </a:rPr>
              <a:t> with a meaningful message or additional information.</a:t>
            </a:r>
          </a:p>
          <a:p>
            <a:r>
              <a:rPr lang="en-US" sz="2400" b="1" dirty="0">
                <a:latin typeface="Times New Roman" panose="02020603050405020304" pitchFamily="18" charset="0"/>
                <a:cs typeface="Times New Roman" panose="02020603050405020304" pitchFamily="18" charset="0"/>
              </a:rPr>
              <a:t>Custom fields</a:t>
            </a:r>
            <a:r>
              <a:rPr lang="en-US" sz="2400" dirty="0">
                <a:latin typeface="Times New Roman" panose="02020603050405020304" pitchFamily="18" charset="0"/>
                <a:cs typeface="Times New Roman" panose="02020603050405020304" pitchFamily="18" charset="0"/>
              </a:rPr>
              <a:t> (like error codes) can be added to provide more context about the error.</a:t>
            </a:r>
          </a:p>
          <a:p>
            <a:r>
              <a:rPr lang="en-US" sz="2400" dirty="0">
                <a:latin typeface="Times New Roman" panose="02020603050405020304" pitchFamily="18" charset="0"/>
                <a:cs typeface="Times New Roman" panose="02020603050405020304" pitchFamily="18" charset="0"/>
              </a:rPr>
              <a:t>Example scenario: A method processes </a:t>
            </a:r>
            <a:r>
              <a:rPr lang="en-US" sz="2400" b="1" dirty="0">
                <a:latin typeface="Times New Roman" panose="02020603050405020304" pitchFamily="18" charset="0"/>
                <a:cs typeface="Times New Roman" panose="02020603050405020304" pitchFamily="18" charset="0"/>
              </a:rPr>
              <a:t>only text files</a:t>
            </a:r>
            <a:r>
              <a:rPr lang="en-US" sz="2400" dirty="0">
                <a:latin typeface="Times New Roman" panose="02020603050405020304" pitchFamily="18" charset="0"/>
                <a:cs typeface="Times New Roman" panose="02020603050405020304" pitchFamily="18" charset="0"/>
              </a:rPr>
              <a:t>; if another file type is passed, a </a:t>
            </a:r>
            <a:r>
              <a:rPr lang="en-US" sz="2400" b="1" dirty="0">
                <a:latin typeface="Times New Roman" panose="02020603050405020304" pitchFamily="18" charset="0"/>
                <a:cs typeface="Times New Roman" panose="02020603050405020304" pitchFamily="18" charset="0"/>
              </a:rPr>
              <a:t>custom exception</a:t>
            </a:r>
            <a:r>
              <a:rPr lang="en-US" sz="2400" dirty="0">
                <a:latin typeface="Times New Roman" panose="02020603050405020304" pitchFamily="18" charset="0"/>
                <a:cs typeface="Times New Roman" panose="02020603050405020304" pitchFamily="18" charset="0"/>
              </a:rPr>
              <a:t> can provide an </a:t>
            </a:r>
            <a:r>
              <a:rPr lang="en-US" sz="2400" b="1" dirty="0">
                <a:latin typeface="Times New Roman" panose="02020603050405020304" pitchFamily="18" charset="0"/>
                <a:cs typeface="Times New Roman" panose="02020603050405020304" pitchFamily="18" charset="0"/>
              </a:rPr>
              <a:t>appropriate message and error code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5" name="Down Arrow 4"/>
          <p:cNvSpPr/>
          <p:nvPr/>
        </p:nvSpPr>
        <p:spPr>
          <a:xfrm>
            <a:off x="5582653" y="4788568"/>
            <a:ext cx="336884" cy="13883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80156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9"/>
            <a:ext cx="2306053" cy="1325563"/>
          </a:xfrm>
        </p:spPr>
        <p:txBody>
          <a:bodyPr>
            <a:normAutofit fontScale="90000"/>
          </a:bodyPr>
          <a:lstStyle/>
          <a:p>
            <a:r>
              <a:rPr lang="en-US" b="1" dirty="0">
                <a:latin typeface="Times New Roman" panose="02020603050405020304" pitchFamily="18" charset="0"/>
                <a:cs typeface="Times New Roman" panose="02020603050405020304" pitchFamily="18" charset="0"/>
              </a:rPr>
              <a:t>A Custom Exception </a:t>
            </a:r>
            <a:r>
              <a:rPr lang="en-US" b="1" dirty="0">
                <a:latin typeface="Times New Roman" panose="02020603050405020304" pitchFamily="18" charset="0"/>
                <a:cs typeface="Times New Roman" panose="02020603050405020304" pitchFamily="18" charset="0"/>
              </a:rPr>
              <a:t>Class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endParaRPr lang="en-US" sz="2400" dirty="0">
              <a:latin typeface="Times New Roman" panose="02020603050405020304" pitchFamily="18" charset="0"/>
              <a:cs typeface="Times New Roman" panose="02020603050405020304" pitchFamily="18" charset="0"/>
            </a:endParaRPr>
          </a:p>
        </p:txBody>
      </p:sp>
      <p:sp>
        <p:nvSpPr>
          <p:cNvPr id="4" name="Rectangle 3"/>
          <p:cNvSpPr/>
          <p:nvPr/>
        </p:nvSpPr>
        <p:spPr>
          <a:xfrm>
            <a:off x="3144253" y="136439"/>
            <a:ext cx="9152021" cy="655564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solidFill>
                  <a:srgbClr val="FF0000"/>
                </a:solidFill>
              </a:rPr>
              <a:t>class</a:t>
            </a:r>
            <a:r>
              <a:rPr lang="en-US" sz="1400" dirty="0"/>
              <a:t> </a:t>
            </a:r>
            <a:r>
              <a:rPr lang="en-US" sz="1400" dirty="0" err="1" smtClean="0"/>
              <a:t>MyException</a:t>
            </a:r>
            <a:r>
              <a:rPr lang="en-US" sz="1400" dirty="0" smtClean="0"/>
              <a:t> </a:t>
            </a:r>
            <a:r>
              <a:rPr lang="en-US" sz="1400" dirty="0"/>
              <a:t>extends </a:t>
            </a:r>
            <a:r>
              <a:rPr lang="en-US" sz="1400" dirty="0">
                <a:solidFill>
                  <a:schemeClr val="accent1"/>
                </a:solidFill>
              </a:rPr>
              <a:t>Exception</a:t>
            </a:r>
            <a:r>
              <a:rPr lang="en-US" sz="1400" dirty="0"/>
              <a:t> {</a:t>
            </a:r>
          </a:p>
          <a:p>
            <a:r>
              <a:rPr lang="en-US" sz="1400" dirty="0"/>
              <a:t>    </a:t>
            </a:r>
            <a:r>
              <a:rPr lang="en-US" sz="1400" dirty="0">
                <a:solidFill>
                  <a:srgbClr val="FF0000"/>
                </a:solidFill>
              </a:rPr>
              <a:t>private </a:t>
            </a:r>
            <a:r>
              <a:rPr lang="en-US" sz="1400" dirty="0" err="1">
                <a:solidFill>
                  <a:srgbClr val="FF0000"/>
                </a:solidFill>
              </a:rPr>
              <a:t>int</a:t>
            </a:r>
            <a:r>
              <a:rPr lang="en-US" sz="1400" dirty="0">
                <a:solidFill>
                  <a:srgbClr val="FF0000"/>
                </a:solidFill>
              </a:rPr>
              <a:t> </a:t>
            </a:r>
            <a:r>
              <a:rPr lang="en-US" sz="1400" dirty="0" err="1"/>
              <a:t>errorCode</a:t>
            </a:r>
            <a:r>
              <a:rPr lang="en-US" sz="1400" dirty="0"/>
              <a:t>;</a:t>
            </a:r>
          </a:p>
          <a:p>
            <a:endParaRPr lang="en-US" sz="1400" dirty="0"/>
          </a:p>
          <a:p>
            <a:r>
              <a:rPr lang="en-US" sz="1400" dirty="0"/>
              <a:t>    </a:t>
            </a:r>
            <a:r>
              <a:rPr lang="en-US" sz="1400" dirty="0">
                <a:solidFill>
                  <a:srgbClr val="FF0000"/>
                </a:solidFill>
              </a:rPr>
              <a:t>public</a:t>
            </a:r>
            <a:r>
              <a:rPr lang="en-US" sz="1400" dirty="0"/>
              <a:t> </a:t>
            </a:r>
            <a:r>
              <a:rPr lang="en-US" sz="1400" dirty="0" err="1" smtClean="0"/>
              <a:t>MyException</a:t>
            </a:r>
            <a:r>
              <a:rPr lang="en-US" sz="1400" dirty="0" smtClean="0"/>
              <a:t>(String </a:t>
            </a:r>
            <a:r>
              <a:rPr lang="en-US" sz="1400" dirty="0"/>
              <a:t>message, </a:t>
            </a:r>
            <a:r>
              <a:rPr lang="en-US" sz="1400" dirty="0" err="1"/>
              <a:t>int</a:t>
            </a:r>
            <a:r>
              <a:rPr lang="en-US" sz="1400" dirty="0"/>
              <a:t> </a:t>
            </a:r>
            <a:r>
              <a:rPr lang="en-US" sz="1400" dirty="0" err="1"/>
              <a:t>errorCode</a:t>
            </a:r>
            <a:r>
              <a:rPr lang="en-US" sz="1400" dirty="0"/>
              <a:t>) {</a:t>
            </a:r>
          </a:p>
          <a:p>
            <a:r>
              <a:rPr lang="en-US" sz="1400" dirty="0"/>
              <a:t>        super(message);</a:t>
            </a:r>
          </a:p>
          <a:p>
            <a:r>
              <a:rPr lang="en-US" sz="1400" dirty="0"/>
              <a:t>        </a:t>
            </a:r>
            <a:r>
              <a:rPr lang="en-US" sz="1400" dirty="0" err="1"/>
              <a:t>this.errorCode</a:t>
            </a:r>
            <a:r>
              <a:rPr lang="en-US" sz="1400" dirty="0"/>
              <a:t> = </a:t>
            </a:r>
            <a:r>
              <a:rPr lang="en-US" sz="1400" dirty="0" err="1"/>
              <a:t>errorCode</a:t>
            </a:r>
            <a:r>
              <a:rPr lang="en-US" sz="1400" dirty="0"/>
              <a:t>;</a:t>
            </a:r>
          </a:p>
          <a:p>
            <a:r>
              <a:rPr lang="en-US" sz="1400" dirty="0"/>
              <a:t>    }</a:t>
            </a:r>
          </a:p>
          <a:p>
            <a:endParaRPr lang="en-US" sz="1400" dirty="0"/>
          </a:p>
          <a:p>
            <a:r>
              <a:rPr lang="en-US" sz="1400" dirty="0"/>
              <a:t>    </a:t>
            </a:r>
            <a:r>
              <a:rPr lang="en-US" sz="1400" dirty="0">
                <a:solidFill>
                  <a:srgbClr val="FF0000"/>
                </a:solidFill>
              </a:rPr>
              <a:t>public </a:t>
            </a:r>
            <a:r>
              <a:rPr lang="en-US" sz="1400" dirty="0" err="1">
                <a:solidFill>
                  <a:srgbClr val="FF0000"/>
                </a:solidFill>
              </a:rPr>
              <a:t>int</a:t>
            </a:r>
            <a:r>
              <a:rPr lang="en-US" sz="1400" dirty="0">
                <a:solidFill>
                  <a:srgbClr val="FF0000"/>
                </a:solidFill>
              </a:rPr>
              <a:t> </a:t>
            </a:r>
            <a:r>
              <a:rPr lang="en-US" sz="1400" dirty="0" err="1"/>
              <a:t>getErrorCode</a:t>
            </a:r>
            <a:r>
              <a:rPr lang="en-US" sz="1400" dirty="0"/>
              <a:t>() {</a:t>
            </a:r>
          </a:p>
          <a:p>
            <a:r>
              <a:rPr lang="en-US" sz="1400" dirty="0"/>
              <a:t>        return </a:t>
            </a:r>
            <a:r>
              <a:rPr lang="en-US" sz="1400" dirty="0" err="1"/>
              <a:t>errorCode</a:t>
            </a:r>
            <a:r>
              <a:rPr lang="en-US" sz="1400" dirty="0"/>
              <a:t>;</a:t>
            </a:r>
          </a:p>
          <a:p>
            <a:r>
              <a:rPr lang="en-US" sz="1400" dirty="0"/>
              <a:t>    }</a:t>
            </a:r>
          </a:p>
          <a:p>
            <a:r>
              <a:rPr lang="en-US" sz="1400" dirty="0"/>
              <a:t>}</a:t>
            </a:r>
          </a:p>
          <a:p>
            <a:endParaRPr lang="en-US" sz="1400" dirty="0"/>
          </a:p>
          <a:p>
            <a:r>
              <a:rPr lang="en-US" sz="1400" dirty="0">
                <a:solidFill>
                  <a:srgbClr val="FF0000"/>
                </a:solidFill>
              </a:rPr>
              <a:t>public class </a:t>
            </a:r>
            <a:r>
              <a:rPr lang="en-US" sz="1400" dirty="0" err="1"/>
              <a:t>FileProcessor</a:t>
            </a:r>
            <a:r>
              <a:rPr lang="en-US" sz="1400" dirty="0"/>
              <a:t> {</a:t>
            </a:r>
          </a:p>
          <a:p>
            <a:r>
              <a:rPr lang="en-US" sz="1400" dirty="0"/>
              <a:t>    </a:t>
            </a:r>
            <a:r>
              <a:rPr lang="en-US" sz="1400" dirty="0">
                <a:solidFill>
                  <a:srgbClr val="FF0000"/>
                </a:solidFill>
              </a:rPr>
              <a:t>public static void </a:t>
            </a:r>
            <a:r>
              <a:rPr lang="en-US" sz="1400" dirty="0" err="1"/>
              <a:t>processFile</a:t>
            </a:r>
            <a:r>
              <a:rPr lang="en-US" sz="1400" dirty="0"/>
              <a:t>(String </a:t>
            </a:r>
            <a:r>
              <a:rPr lang="en-US" sz="1400" dirty="0" err="1"/>
              <a:t>fileName</a:t>
            </a:r>
            <a:r>
              <a:rPr lang="en-US" sz="1400" dirty="0"/>
              <a:t>) throws </a:t>
            </a:r>
            <a:r>
              <a:rPr lang="en-US" sz="1400" dirty="0" err="1" smtClean="0"/>
              <a:t>MyException</a:t>
            </a:r>
            <a:r>
              <a:rPr lang="en-US" sz="1400" dirty="0" smtClean="0"/>
              <a:t> </a:t>
            </a:r>
            <a:r>
              <a:rPr lang="en-US" sz="1400" dirty="0"/>
              <a:t>{</a:t>
            </a:r>
          </a:p>
          <a:p>
            <a:r>
              <a:rPr lang="en-US" sz="1400" dirty="0"/>
              <a:t>        if (!</a:t>
            </a:r>
            <a:r>
              <a:rPr lang="en-US" sz="1400" dirty="0" err="1"/>
              <a:t>fileName.endsWith</a:t>
            </a:r>
            <a:r>
              <a:rPr lang="en-US" sz="1400" dirty="0"/>
              <a:t>(".txt")) {</a:t>
            </a:r>
          </a:p>
          <a:p>
            <a:r>
              <a:rPr lang="en-US" sz="1400" dirty="0"/>
              <a:t>            </a:t>
            </a:r>
            <a:r>
              <a:rPr lang="en-US" sz="1400" dirty="0">
                <a:solidFill>
                  <a:schemeClr val="accent1"/>
                </a:solidFill>
              </a:rPr>
              <a:t>throw</a:t>
            </a:r>
            <a:r>
              <a:rPr lang="en-US" sz="1400" dirty="0"/>
              <a:t> </a:t>
            </a:r>
            <a:r>
              <a:rPr lang="en-US" sz="1400" dirty="0">
                <a:solidFill>
                  <a:srgbClr val="FF0000"/>
                </a:solidFill>
              </a:rPr>
              <a:t>new</a:t>
            </a:r>
            <a:r>
              <a:rPr lang="en-US" sz="1400" dirty="0"/>
              <a:t> </a:t>
            </a:r>
            <a:r>
              <a:rPr lang="en-US" sz="1400" dirty="0" err="1" smtClean="0"/>
              <a:t>MyException</a:t>
            </a:r>
            <a:r>
              <a:rPr lang="en-US" sz="1400" dirty="0" smtClean="0"/>
              <a:t>("</a:t>
            </a:r>
            <a:r>
              <a:rPr lang="en-US" sz="1400" dirty="0"/>
              <a:t>Only text files are allowed", 101);</a:t>
            </a:r>
          </a:p>
          <a:p>
            <a:r>
              <a:rPr lang="en-US" sz="1400" dirty="0"/>
              <a:t>        }</a:t>
            </a:r>
          </a:p>
          <a:p>
            <a:r>
              <a:rPr lang="en-US" sz="1400" dirty="0"/>
              <a:t>        </a:t>
            </a:r>
            <a:r>
              <a:rPr lang="en-US" sz="1400" dirty="0" err="1"/>
              <a:t>System.out.println</a:t>
            </a:r>
            <a:r>
              <a:rPr lang="en-US" sz="1400" dirty="0"/>
              <a:t>("Processing file: " + </a:t>
            </a:r>
            <a:r>
              <a:rPr lang="en-US" sz="1400" dirty="0" err="1"/>
              <a:t>fileName</a:t>
            </a:r>
            <a:r>
              <a:rPr lang="en-US" sz="1400" dirty="0"/>
              <a:t>);</a:t>
            </a:r>
          </a:p>
          <a:p>
            <a:r>
              <a:rPr lang="en-US" sz="1400" dirty="0"/>
              <a:t>    }</a:t>
            </a:r>
          </a:p>
          <a:p>
            <a:endParaRPr lang="en-US" sz="1400" dirty="0"/>
          </a:p>
          <a:p>
            <a:r>
              <a:rPr lang="en-US" sz="1400" dirty="0"/>
              <a:t>    </a:t>
            </a:r>
            <a:r>
              <a:rPr lang="en-US" sz="1400" dirty="0">
                <a:solidFill>
                  <a:srgbClr val="FF0000"/>
                </a:solidFill>
              </a:rPr>
              <a:t>public static void </a:t>
            </a:r>
            <a:r>
              <a:rPr lang="en-US" sz="1400" dirty="0"/>
              <a:t>main(String[] </a:t>
            </a:r>
            <a:r>
              <a:rPr lang="en-US" sz="1400" dirty="0" err="1"/>
              <a:t>args</a:t>
            </a:r>
            <a:r>
              <a:rPr lang="en-US" sz="1400" dirty="0"/>
              <a:t>) {</a:t>
            </a:r>
          </a:p>
          <a:p>
            <a:r>
              <a:rPr lang="en-US" sz="1400" dirty="0"/>
              <a:t>        </a:t>
            </a:r>
            <a:r>
              <a:rPr lang="en-US" sz="1400" dirty="0">
                <a:solidFill>
                  <a:srgbClr val="FF0000"/>
                </a:solidFill>
              </a:rPr>
              <a:t>try</a:t>
            </a:r>
            <a:r>
              <a:rPr lang="en-US" sz="1400" dirty="0"/>
              <a:t> {</a:t>
            </a:r>
          </a:p>
          <a:p>
            <a:r>
              <a:rPr lang="en-US" sz="1400" dirty="0"/>
              <a:t>            </a:t>
            </a:r>
            <a:r>
              <a:rPr lang="en-US" sz="1400" dirty="0" err="1"/>
              <a:t>processFile</a:t>
            </a:r>
            <a:r>
              <a:rPr lang="en-US" sz="1400" dirty="0"/>
              <a:t>("data.pdf");</a:t>
            </a:r>
          </a:p>
          <a:p>
            <a:r>
              <a:rPr lang="en-US" sz="1400" dirty="0"/>
              <a:t>        } </a:t>
            </a:r>
            <a:r>
              <a:rPr lang="en-US" sz="1400" dirty="0">
                <a:solidFill>
                  <a:srgbClr val="FF0000"/>
                </a:solidFill>
              </a:rPr>
              <a:t>catch</a:t>
            </a:r>
            <a:r>
              <a:rPr lang="en-US" sz="1400" dirty="0"/>
              <a:t> </a:t>
            </a:r>
            <a:r>
              <a:rPr lang="en-US" sz="1400" dirty="0" smtClean="0"/>
              <a:t>(</a:t>
            </a:r>
            <a:r>
              <a:rPr lang="en-US" sz="1400" dirty="0" err="1" smtClean="0"/>
              <a:t>MyException</a:t>
            </a:r>
            <a:r>
              <a:rPr lang="en-US" sz="1400" dirty="0" smtClean="0"/>
              <a:t> </a:t>
            </a:r>
            <a:r>
              <a:rPr lang="en-US" sz="1400" dirty="0"/>
              <a:t>e) {</a:t>
            </a:r>
          </a:p>
          <a:p>
            <a:r>
              <a:rPr lang="en-US" sz="1400" dirty="0"/>
              <a:t>            </a:t>
            </a:r>
            <a:r>
              <a:rPr lang="en-US" sz="1400" dirty="0" err="1"/>
              <a:t>System.out.println</a:t>
            </a:r>
            <a:r>
              <a:rPr lang="en-US" sz="1400" dirty="0"/>
              <a:t>("Error: " + </a:t>
            </a:r>
            <a:r>
              <a:rPr lang="en-US" sz="1400" dirty="0" err="1"/>
              <a:t>e.getMessage</a:t>
            </a:r>
            <a:r>
              <a:rPr lang="en-US" sz="1400" dirty="0"/>
              <a:t>() + " | Code: " + </a:t>
            </a:r>
            <a:r>
              <a:rPr lang="en-US" sz="1400" dirty="0" err="1"/>
              <a:t>e.getErrorCode</a:t>
            </a:r>
            <a:r>
              <a:rPr lang="en-US" sz="1400" dirty="0"/>
              <a:t>());</a:t>
            </a:r>
          </a:p>
          <a:p>
            <a:r>
              <a:rPr lang="en-US" sz="1400" dirty="0"/>
              <a:t>        </a:t>
            </a:r>
            <a:r>
              <a:rPr lang="en-US" sz="1400" dirty="0" smtClean="0"/>
              <a:t>}    </a:t>
            </a:r>
            <a:r>
              <a:rPr lang="en-US" sz="1400" dirty="0"/>
              <a:t>}</a:t>
            </a:r>
          </a:p>
          <a:p>
            <a:r>
              <a:rPr lang="en-US" sz="1400" dirty="0"/>
              <a:t>}</a:t>
            </a:r>
          </a:p>
        </p:txBody>
      </p:sp>
      <p:sp>
        <p:nvSpPr>
          <p:cNvPr id="5" name="Rectangle 4"/>
          <p:cNvSpPr/>
          <p:nvPr/>
        </p:nvSpPr>
        <p:spPr>
          <a:xfrm rot="19013751">
            <a:off x="-148834" y="4542060"/>
            <a:ext cx="3734681"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a:ln w="0"/>
                <a:effectLst>
                  <a:outerShdw blurRad="38100" dist="19050" dir="2700000" algn="tl" rotWithShape="0">
                    <a:schemeClr val="dk1">
                      <a:alpha val="40000"/>
                    </a:schemeClr>
                  </a:outerShdw>
                </a:effectLst>
              </a:rPr>
              <a:t>Error: Only text files are allowed | Code: </a:t>
            </a:r>
            <a:r>
              <a:rPr lang="en-US" sz="1600" dirty="0" smtClean="0">
                <a:ln w="0"/>
                <a:effectLst>
                  <a:outerShdw blurRad="38100" dist="19050" dir="2700000" algn="tl" rotWithShape="0">
                    <a:schemeClr val="dk1">
                      <a:alpha val="40000"/>
                    </a:schemeClr>
                  </a:outerShdw>
                </a:effectLst>
              </a:rPr>
              <a:t>101</a:t>
            </a:r>
            <a:endParaRPr lang="en-US" sz="1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6254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4" y="3588086"/>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F47D8F-22EE-D1FD-5B3E-8BA55D04769C}"/>
              </a:ext>
            </a:extLst>
          </p:cNvPr>
          <p:cNvSpPr>
            <a:spLocks noGrp="1"/>
          </p:cNvSpPr>
          <p:nvPr>
            <p:ph type="title"/>
          </p:nvPr>
        </p:nvSpPr>
        <p:spPr>
          <a:xfrm>
            <a:off x="314325" y="586857"/>
            <a:ext cx="3353763" cy="3387497"/>
          </a:xfrm>
        </p:spPr>
        <p:txBody>
          <a:bodyPr anchor="b">
            <a:normAutofit/>
          </a:bodyPr>
          <a:lstStyle/>
          <a:p>
            <a:pPr algn="r"/>
            <a:r>
              <a:rPr lang="en-US" sz="4000" b="1" dirty="0" smtClean="0">
                <a:solidFill>
                  <a:srgbClr val="FFFFFF"/>
                </a:solidFill>
                <a:latin typeface="Times New Roman" panose="02020603050405020304" pitchFamily="18" charset="0"/>
                <a:cs typeface="Times New Roman" panose="02020603050405020304" pitchFamily="18" charset="0"/>
              </a:rPr>
              <a:t>Assignment </a:t>
            </a:r>
            <a:endParaRPr lang="en-US" sz="4000" b="1"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2B042E-2E10-238C-2ABC-8248F2ECB2D0}"/>
              </a:ext>
            </a:extLst>
          </p:cNvPr>
          <p:cNvSpPr>
            <a:spLocks noGrp="1"/>
          </p:cNvSpPr>
          <p:nvPr>
            <p:ph idx="1"/>
          </p:nvPr>
        </p:nvSpPr>
        <p:spPr>
          <a:xfrm>
            <a:off x="4292863" y="358571"/>
            <a:ext cx="7896089" cy="6489291"/>
          </a:xfrm>
        </p:spPr>
        <p:txBody>
          <a:bodyPr anchor="ctr">
            <a:normAutofit fontScale="70000" lnSpcReduction="20000"/>
          </a:bodyPr>
          <a:lstStyle/>
          <a:p>
            <a:r>
              <a:rPr lang="en-US" dirty="0"/>
              <a:t>Write a Java program that performs operations on an integer array. The program should handle multiple types of exceptions gracefully.</a:t>
            </a:r>
          </a:p>
          <a:p>
            <a:r>
              <a:rPr lang="en-US" b="1" dirty="0"/>
              <a:t>Requirements</a:t>
            </a:r>
          </a:p>
          <a:p>
            <a:pPr lvl="1"/>
            <a:r>
              <a:rPr lang="en-US" dirty="0" smtClean="0"/>
              <a:t>Ask </a:t>
            </a:r>
            <a:r>
              <a:rPr lang="en-US" dirty="0"/>
              <a:t>the user to input the </a:t>
            </a:r>
            <a:r>
              <a:rPr lang="en-US" b="1" dirty="0"/>
              <a:t>size of the array</a:t>
            </a:r>
            <a:r>
              <a:rPr lang="en-US" dirty="0"/>
              <a:t> and its </a:t>
            </a:r>
            <a:r>
              <a:rPr lang="en-US" b="1" dirty="0"/>
              <a:t>elements</a:t>
            </a:r>
            <a:r>
              <a:rPr lang="en-US" dirty="0"/>
              <a:t>.</a:t>
            </a:r>
          </a:p>
          <a:p>
            <a:pPr lvl="1"/>
            <a:r>
              <a:rPr lang="en-US" dirty="0"/>
              <a:t>Then ask the user for an </a:t>
            </a:r>
            <a:r>
              <a:rPr lang="en-US" b="1" dirty="0"/>
              <a:t>index</a:t>
            </a:r>
            <a:r>
              <a:rPr lang="en-US" dirty="0"/>
              <a:t> to retrieve an element.</a:t>
            </a:r>
          </a:p>
          <a:p>
            <a:pPr lvl="1"/>
            <a:r>
              <a:rPr lang="en-US" dirty="0"/>
              <a:t>If the user enters an </a:t>
            </a:r>
            <a:r>
              <a:rPr lang="en-US" b="1" dirty="0"/>
              <a:t>invalid index</a:t>
            </a:r>
            <a:r>
              <a:rPr lang="en-US" dirty="0"/>
              <a:t>, handle </a:t>
            </a:r>
            <a:r>
              <a:rPr lang="en-US" b="1" dirty="0" err="1"/>
              <a:t>ArrayIndexOutOfBoundsException</a:t>
            </a:r>
            <a:r>
              <a:rPr lang="en-US" dirty="0"/>
              <a:t>.</a:t>
            </a:r>
          </a:p>
          <a:p>
            <a:pPr lvl="1"/>
            <a:endParaRPr lang="en-US" dirty="0" smtClean="0"/>
          </a:p>
          <a:p>
            <a:pPr lvl="1"/>
            <a:r>
              <a:rPr lang="en-US" dirty="0" smtClean="0"/>
              <a:t>Ask </a:t>
            </a:r>
            <a:r>
              <a:rPr lang="en-US" dirty="0"/>
              <a:t>the user to input </a:t>
            </a:r>
            <a:r>
              <a:rPr lang="en-US" b="1" dirty="0"/>
              <a:t>two integers</a:t>
            </a:r>
            <a:r>
              <a:rPr lang="en-US" dirty="0"/>
              <a:t> to divide.</a:t>
            </a:r>
          </a:p>
          <a:p>
            <a:pPr lvl="1"/>
            <a:r>
              <a:rPr lang="en-US" dirty="0"/>
              <a:t>Handle </a:t>
            </a:r>
            <a:r>
              <a:rPr lang="en-US" b="1" dirty="0" err="1"/>
              <a:t>ArithmeticException</a:t>
            </a:r>
            <a:r>
              <a:rPr lang="en-US" dirty="0"/>
              <a:t> if the second number is zero.</a:t>
            </a:r>
          </a:p>
          <a:p>
            <a:endParaRPr lang="en-US" b="1" dirty="0" smtClean="0"/>
          </a:p>
          <a:p>
            <a:pPr lvl="1"/>
            <a:r>
              <a:rPr lang="en-US" dirty="0" smtClean="0"/>
              <a:t>Create </a:t>
            </a:r>
            <a:r>
              <a:rPr lang="en-US" dirty="0"/>
              <a:t>a custom exception </a:t>
            </a:r>
            <a:r>
              <a:rPr lang="en-US" dirty="0" err="1"/>
              <a:t>NegativeArraySizeException</a:t>
            </a:r>
            <a:r>
              <a:rPr lang="en-US" dirty="0"/>
              <a:t> </a:t>
            </a:r>
            <a:r>
              <a:rPr lang="en-US" dirty="0" smtClean="0"/>
              <a:t>if </a:t>
            </a:r>
            <a:r>
              <a:rPr lang="en-US" dirty="0"/>
              <a:t>the user enters a negative array size, and display a </a:t>
            </a:r>
            <a:r>
              <a:rPr lang="en-US" b="1" dirty="0"/>
              <a:t>meaningful message and error code</a:t>
            </a:r>
            <a:r>
              <a:rPr lang="en-US" dirty="0"/>
              <a:t>.</a:t>
            </a:r>
          </a:p>
          <a:p>
            <a:endParaRPr lang="en-US" b="1" dirty="0" smtClean="0"/>
          </a:p>
          <a:p>
            <a:pPr lvl="1"/>
            <a:r>
              <a:rPr lang="en-US" dirty="0" smtClean="0"/>
              <a:t>Use </a:t>
            </a:r>
            <a:r>
              <a:rPr lang="en-US" b="1" dirty="0"/>
              <a:t>multiple catch blocks</a:t>
            </a:r>
            <a:r>
              <a:rPr lang="en-US" dirty="0"/>
              <a:t>.</a:t>
            </a:r>
          </a:p>
          <a:p>
            <a:pPr lvl="1"/>
            <a:r>
              <a:rPr lang="en-US" dirty="0"/>
              <a:t>Include a </a:t>
            </a:r>
            <a:r>
              <a:rPr lang="en-US" b="1" dirty="0"/>
              <a:t>finally block</a:t>
            </a:r>
            <a:r>
              <a:rPr lang="en-US" dirty="0"/>
              <a:t> to print "Program completed" regardless of exceptions.</a:t>
            </a:r>
          </a:p>
          <a:p>
            <a:pPr lvl="1"/>
            <a:r>
              <a:rPr lang="en-US" dirty="0"/>
              <a:t>Use methods for array input and division, and </a:t>
            </a:r>
            <a:r>
              <a:rPr lang="en-US" b="1" dirty="0"/>
              <a:t>propagate exceptions using throws</a:t>
            </a:r>
            <a:r>
              <a:rPr lang="en-US" dirty="0"/>
              <a:t> where appropriate.</a:t>
            </a:r>
          </a:p>
          <a:p>
            <a:endParaRPr lang="en-US" dirty="0"/>
          </a:p>
        </p:txBody>
      </p:sp>
    </p:spTree>
    <p:extLst>
      <p:ext uri="{BB962C8B-B14F-4D97-AF65-F5344CB8AC3E}">
        <p14:creationId xmlns:p14="http://schemas.microsoft.com/office/powerpoint/2010/main" val="2563632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8AF5748-FED8-45BA-8631-26D1D10F32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3B0B23-63E0-9A4E-E663-0F72598E1D0C}"/>
              </a:ext>
            </a:extLst>
          </p:cNvPr>
          <p:cNvSpPr>
            <a:spLocks noGrp="1"/>
          </p:cNvSpPr>
          <p:nvPr>
            <p:ph type="title"/>
          </p:nvPr>
        </p:nvSpPr>
        <p:spPr>
          <a:xfrm>
            <a:off x="477982" y="1122363"/>
            <a:ext cx="4181105" cy="3204135"/>
          </a:xfrm>
        </p:spPr>
        <p:txBody>
          <a:bodyPr vert="horz" lIns="91440" tIns="45720" rIns="91440" bIns="45720" rtlCol="0" anchor="b">
            <a:normAutofit/>
          </a:bodyPr>
          <a:lstStyle/>
          <a:p>
            <a:r>
              <a:rPr lang="en-US" sz="4800" dirty="0">
                <a:latin typeface="Times New Roman" panose="02020603050405020304" pitchFamily="18" charset="0"/>
                <a:cs typeface="Times New Roman" panose="02020603050405020304" pitchFamily="18" charset="0"/>
              </a:rPr>
              <a:t>Thank </a:t>
            </a:r>
            <a:r>
              <a:rPr lang="en-US" sz="4800" dirty="0" smtClean="0">
                <a:latin typeface="Times New Roman" panose="02020603050405020304" pitchFamily="18" charset="0"/>
                <a:cs typeface="Times New Roman" panose="02020603050405020304" pitchFamily="18" charset="0"/>
              </a:rPr>
              <a:t>you</a:t>
            </a:r>
            <a:endParaRPr lang="en-US" sz="4800" dirty="0">
              <a:latin typeface="Times New Roman" panose="02020603050405020304" pitchFamily="18" charset="0"/>
              <a:cs typeface="Times New Roman" panose="02020603050405020304" pitchFamily="18" charset="0"/>
            </a:endParaRPr>
          </a:p>
        </p:txBody>
      </p:sp>
      <p:sp>
        <p:nvSpPr>
          <p:cNvPr id="1033" name="Rectangle 1032">
            <a:extLst>
              <a:ext uri="{FF2B5EF4-FFF2-40B4-BE49-F238E27FC236}">
                <a16:creationId xmlns:a16="http://schemas.microsoft.com/office/drawing/2014/main" id="{AF2F604E-43BE-4DC3-B983-E071523364F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a:solidFill>
                <a:prstClr val="white"/>
              </a:solidFill>
              <a:latin typeface="Calibri" panose="020F0502020204030204"/>
            </a:endParaRPr>
          </a:p>
        </p:txBody>
      </p:sp>
      <p:sp>
        <p:nvSpPr>
          <p:cNvPr id="1035" name="Rectangle 1034">
            <a:extLst>
              <a:ext uri="{FF2B5EF4-FFF2-40B4-BE49-F238E27FC236}">
                <a16:creationId xmlns:a16="http://schemas.microsoft.com/office/drawing/2014/main" id="{08C9B587-E65E-4B52-B37C-ABEBB6E8792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48500" y="0"/>
            <a:ext cx="5143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11363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4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734</TotalTime>
  <Words>2769</Words>
  <Application>Microsoft Office PowerPoint</Application>
  <PresentationFormat>Widescreen</PresentationFormat>
  <Paragraphs>459</Paragraphs>
  <Slides>28</Slides>
  <Notes>21</Notes>
  <HiddenSlides>3</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28</vt:i4>
      </vt:variant>
    </vt:vector>
  </HeadingPairs>
  <TitlesOfParts>
    <vt:vector size="43" baseType="lpstr">
      <vt:lpstr>Arial Unicode MS</vt:lpstr>
      <vt:lpstr>ADLaM Display</vt:lpstr>
      <vt:lpstr>Aptos</vt:lpstr>
      <vt:lpstr>Aptos Display</vt:lpstr>
      <vt:lpstr>Arial</vt:lpstr>
      <vt:lpstr>Calibri</vt:lpstr>
      <vt:lpstr>Calibri Light</vt:lpstr>
      <vt:lpstr>Monotype Corsiva</vt:lpstr>
      <vt:lpstr>Times New Roman</vt:lpstr>
      <vt:lpstr>Wingdings</vt:lpstr>
      <vt:lpstr>Wingdings 3</vt:lpstr>
      <vt:lpstr>1_Office Theme</vt:lpstr>
      <vt:lpstr>2_Office Theme</vt:lpstr>
      <vt:lpstr>3_Office Theme</vt:lpstr>
      <vt:lpstr>4_Office Theme</vt:lpstr>
      <vt:lpstr>PowerPoint Presentation</vt:lpstr>
      <vt:lpstr>Advanced Programming Applications </vt:lpstr>
      <vt:lpstr>Course Objectives</vt:lpstr>
      <vt:lpstr>Course Contents</vt:lpstr>
      <vt:lpstr>Lecture Outline</vt:lpstr>
      <vt:lpstr>What are Exceptions?</vt:lpstr>
      <vt:lpstr>Why It Is Important</vt:lpstr>
      <vt:lpstr>Examples of Causes of Exceptions</vt:lpstr>
      <vt:lpstr>Examples of Causes of Exceptions</vt:lpstr>
      <vt:lpstr>Throwing and Catching Exceptions</vt:lpstr>
      <vt:lpstr>Throwing and Catching Exceptions</vt:lpstr>
      <vt:lpstr>Throwing and Catching Exceptions</vt:lpstr>
      <vt:lpstr>Exceptions Types</vt:lpstr>
      <vt:lpstr>Exceptions Types</vt:lpstr>
      <vt:lpstr>Exceptions Types</vt:lpstr>
      <vt:lpstr>Java Exception Handling Keywords</vt:lpstr>
      <vt:lpstr>Java Exception Handling Keywords</vt:lpstr>
      <vt:lpstr>Java Exception Handling Keywords</vt:lpstr>
      <vt:lpstr>Java Exception Handling Keywords</vt:lpstr>
      <vt:lpstr>Java Exception Handling Keywords</vt:lpstr>
      <vt:lpstr>Examples</vt:lpstr>
      <vt:lpstr>Java Exception Handling Keywords</vt:lpstr>
      <vt:lpstr>Useful Methods of Throwable</vt:lpstr>
      <vt:lpstr>Problem Solving Steps</vt:lpstr>
      <vt:lpstr>A Custom Exception Class</vt:lpstr>
      <vt:lpstr>A Custom Exception Class</vt:lpstr>
      <vt:lpstr>Assignment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CCS1101 Introduction to Computing</dc:title>
  <dc:creator>Salma  Radwan Hassan Abdelhamid</dc:creator>
  <cp:lastModifiedBy>GoogleEltaweel</cp:lastModifiedBy>
  <cp:revision>177</cp:revision>
  <dcterms:created xsi:type="dcterms:W3CDTF">2025-12-13T09:36:13Z</dcterms:created>
  <dcterms:modified xsi:type="dcterms:W3CDTF">2026-02-21T13:06:26Z</dcterms:modified>
</cp:coreProperties>
</file>