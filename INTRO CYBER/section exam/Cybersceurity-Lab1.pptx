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791" r:id="rId2"/>
    <p:sldMasterId id="2147483831" r:id="rId3"/>
    <p:sldMasterId id="2147483856" r:id="rId4"/>
  </p:sldMasterIdLst>
  <p:notesMasterIdLst>
    <p:notesMasterId r:id="rId17"/>
  </p:notesMasterIdLst>
  <p:sldIdLst>
    <p:sldId id="354" r:id="rId5"/>
    <p:sldId id="357" r:id="rId6"/>
    <p:sldId id="318" r:id="rId7"/>
    <p:sldId id="358" r:id="rId8"/>
    <p:sldId id="355" r:id="rId9"/>
    <p:sldId id="356" r:id="rId10"/>
    <p:sldId id="359" r:id="rId11"/>
    <p:sldId id="360" r:id="rId12"/>
    <p:sldId id="361" r:id="rId13"/>
    <p:sldId id="362" r:id="rId14"/>
    <p:sldId id="363" r:id="rId15"/>
    <p:sldId id="3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CA704E-2889-4387-B049-854A135D47A7}">
          <p14:sldIdLst>
            <p14:sldId id="354"/>
            <p14:sldId id="357"/>
            <p14:sldId id="318"/>
            <p14:sldId id="358"/>
            <p14:sldId id="355"/>
            <p14:sldId id="356"/>
            <p14:sldId id="359"/>
            <p14:sldId id="360"/>
            <p14:sldId id="361"/>
            <p14:sldId id="362"/>
            <p14:sldId id="363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DD8B1-23D5-49E6-AF7E-69F76E92E867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D143D-F7A7-43C7-BE41-E1D8E1EE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3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2883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76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78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BB1355F7-5A18-4E26-B6D5-080C1C4D6F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486" y="612476"/>
            <a:ext cx="4399471" cy="4520242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33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24E91D7-E3DF-4B78-9679-1103FBCF548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34982" y="0"/>
            <a:ext cx="43220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868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13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6C8369F-32EF-46EC-AB97-844E17DD14FD}"/>
              </a:ext>
            </a:extLst>
          </p:cNvPr>
          <p:cNvSpPr/>
          <p:nvPr userDrawn="1"/>
        </p:nvSpPr>
        <p:spPr>
          <a:xfrm>
            <a:off x="-1" y="828942"/>
            <a:ext cx="4862557" cy="1663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8CEF7-B415-4262-B314-9BD7D139FC1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03221" y="-3827"/>
            <a:ext cx="2666667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B965928-3AE9-43AD-A998-C637B0A03C88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774835" y="1488113"/>
            <a:ext cx="2666667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424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61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B513918-66CF-46D7-AFFF-09DA235C3496}"/>
              </a:ext>
            </a:extLst>
          </p:cNvPr>
          <p:cNvSpPr/>
          <p:nvPr userDrawn="1"/>
        </p:nvSpPr>
        <p:spPr>
          <a:xfrm>
            <a:off x="6908167" y="5662484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01BC2467-EE8A-4564-8811-D67559B118AA}"/>
              </a:ext>
            </a:extLst>
          </p:cNvPr>
          <p:cNvGrpSpPr/>
          <p:nvPr userDrawn="1"/>
        </p:nvGrpSpPr>
        <p:grpSpPr>
          <a:xfrm>
            <a:off x="7079704" y="2354198"/>
            <a:ext cx="4354942" cy="3514972"/>
            <a:chOff x="2444748" y="555045"/>
            <a:chExt cx="7282048" cy="572745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EE152B8-5443-42B9-8B2A-EC459A1B9AAD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8660F49-B40E-45FC-84BC-FCD0D035F34C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66B06EB-4D01-476E-8816-406DD42496AD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794FB5-56FD-4DD2-A6BC-50568072A96C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6645D54-179C-4774-B288-64C7444A28D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08D49B-D73E-40C0-9DE2-734C87F4ED4A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5EBDA67-1D35-469F-A9BB-2048D0B74D78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D33199-7220-420F-84B8-6AB5253496BF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6D5018D5-E1C2-400A-8EA3-9D56FD670C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00473" y="2541394"/>
            <a:ext cx="4108512" cy="2372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CC03A55-E124-4931-9F15-6129FFD176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53809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27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9950FBB0-3B3F-4C35-A600-1410C1F5E1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9965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337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7E10831A-AB0B-4587-98AD-C98ADF886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2000" cy="39508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5235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304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03643FF-20B4-4A0D-9867-3731EBB88DEC}"/>
              </a:ext>
            </a:extLst>
          </p:cNvPr>
          <p:cNvSpPr/>
          <p:nvPr userDrawn="1"/>
        </p:nvSpPr>
        <p:spPr>
          <a:xfrm>
            <a:off x="356152" y="473558"/>
            <a:ext cx="11479696" cy="5910884"/>
          </a:xfrm>
          <a:prstGeom prst="frame">
            <a:avLst>
              <a:gd name="adj1" fmla="val 58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523200-C4F6-4FDD-BA5E-DB235F4D02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28" y="258417"/>
            <a:ext cx="10895743" cy="36874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369533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08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120456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392001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01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165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05848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1767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09460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52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1512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9980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897954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332859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84139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17506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976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577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9206-8460-00D6-B50E-9FB022CDB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A4019-D0F1-B0EA-B373-3E4DCBCBE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615E3-DD4B-7144-0B27-440C3E0CE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46DD-B44C-DF72-44E9-F8A9BB1B2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05AC-4478-D9BD-ADED-407D6209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41869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6662-FDE6-ED82-79F2-CE150205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C209-9C47-8DCE-41FE-F885ACE56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D2D20-3110-42F0-0613-86A45BB4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44B6-2AD9-65D5-A7E8-70A446FD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19B03-F644-38CD-C810-019EDF0D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62723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06A7-012F-D755-51E1-BF498E3E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B276-FEAB-5F05-FA3A-C15F1498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5AD2E-5B2B-0D3E-1C42-4C827A58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CA22-489C-CB6E-8A53-2ED2493D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2B3AD-0303-9016-EC87-E6929DC9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65431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6C31-5039-4F52-6A94-182320F6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D07CF-FD04-8C53-0E0A-DE3721628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F22DC-8F4F-4DC2-BBA1-86C18BCBB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322BE-366A-DB67-7708-082E0838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07393-B4E4-77FE-8865-BAD50C23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F1BBA-A612-A7FA-7EE8-6019EAB4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72091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C7F0-A3EE-F8B0-97F6-D72FC087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1D24F-008E-0F9D-D76F-035E0F616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CABD4-1F7D-975B-325E-462CCB9C2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ADB71-0FEA-68A8-DB5B-6F89FF87F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5135B-2D01-855F-74F6-7F92680F2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5E49D-3B83-B6F1-FB06-344EA86C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555A7-2308-9C9A-DC81-650F2638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81DB6-D0B0-FD0D-9731-B70F6810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46367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6095-7846-E079-F34F-BDADBD3B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7FD37-2796-6F79-5A6B-6F42F383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0DDB9-72CE-1B8E-7C2A-7B7EDCFF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F5916-345D-F56A-580F-137FB97E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075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02A62-A536-DB2B-1211-45E1E1F7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D2977-BAD7-4E70-A4D0-E5BAB24E0522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7773D-D367-D407-1FFE-1058CE09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2D8FF-D4F0-1841-0C2A-07C63A59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72C3-1072-48F9-95A3-D3042937B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002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CD6B-D1B2-FA84-10D0-9EE8BA67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43EE-7288-B23D-25CC-4C9AC9CD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50D57-94D9-BDE4-BBFB-66DF68542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A6258-38A9-2DAC-BD5B-2A1835CB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FCEA7-1C94-DAC7-ECA6-4AB6C682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7C053-3A37-5674-12C1-C879C796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35182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FD71-BF81-B766-D55F-C4A5964C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A2890-D359-AE5D-FCA6-B0BBC11EE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D6E80-4093-A30A-240E-E31789468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C2E81-8381-D547-57B2-FA5C33387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69CD-3DC2-3237-BA56-0BDA2E35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F3604-19EA-FDF8-88F9-FFC46E96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2246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5A1B-8712-2D01-BA31-CC0D5A7D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D8EC7-3974-E8BF-91DB-0CB0B5538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C307D-CA4D-A943-0FA7-14B9A481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5B3EE-285F-7FEC-623E-292614FE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D25F7-2534-DB43-ED03-B47CCE45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88578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16944-CE8E-9870-5FAC-BC73D194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A337E-8BAA-662C-C0A3-3C5754EE5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80F0-FDA8-2027-1958-5CCA84BC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801E4-AA6A-7E18-3BE0-7D87DDA0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9DF07-CA42-B006-A619-F297430E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52988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17209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446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71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95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71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494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73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B26B9-CF91-4120-2E1D-52CB209D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7314-32FB-1C9C-A65A-601DCB837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DE24-8B9E-95DD-4684-EECEDA4FE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72DFF-BC94-4338-93EF-3E9F3211E955}" type="datetimeFigureOut">
              <a:rPr lang="en-US" smtClean="0"/>
              <a:t>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5D63F-9216-846C-4D9A-F6148A78E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DBD8-7659-0E34-2310-DEC8BC7E2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2B130-D234-4A7A-B146-E566CF85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35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verthewire.org/wargames/bandit/bandit1.html" TargetMode="Externa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C3BC02C-0015-4AC2-A25D-BF4D5CAE3F32}"/>
              </a:ext>
            </a:extLst>
          </p:cNvPr>
          <p:cNvSpPr txBox="1"/>
          <p:nvPr/>
        </p:nvSpPr>
        <p:spPr>
          <a:xfrm>
            <a:off x="68826" y="2196054"/>
            <a:ext cx="5319252" cy="3416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 fontAlgn="base"/>
            <a:r>
              <a:rPr lang="en-US" sz="5400" b="1" i="0" dirty="0">
                <a:effectLst/>
                <a:latin typeface="Source Sans 3"/>
              </a:rPr>
              <a:t>Bandit –</a:t>
            </a:r>
          </a:p>
          <a:p>
            <a:pPr algn="l" fontAlgn="base"/>
            <a:r>
              <a:rPr lang="en-US" sz="5400" b="1" i="0" dirty="0">
                <a:effectLst/>
                <a:latin typeface="Source Sans 3"/>
              </a:rPr>
              <a:t>A Wargame For Linux Beginners</a:t>
            </a:r>
          </a:p>
          <a:p>
            <a:pPr algn="l" fontAlgn="base"/>
            <a:r>
              <a:rPr lang="en-US" sz="5400" b="1" dirty="0">
                <a:latin typeface="Source Sans 3"/>
              </a:rPr>
              <a:t>Lab-1</a:t>
            </a:r>
            <a:endParaRPr lang="en-US" sz="5400" b="1" i="0" dirty="0">
              <a:effectLst/>
              <a:latin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222101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774096-A7BF-81EA-D51E-673C6883B339}"/>
              </a:ext>
            </a:extLst>
          </p:cNvPr>
          <p:cNvSpPr txBox="1"/>
          <p:nvPr/>
        </p:nvSpPr>
        <p:spPr>
          <a:xfrm>
            <a:off x="344129" y="796864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ohne"/>
              </a:rPr>
              <a:t>LEVEL 0</a:t>
            </a:r>
          </a:p>
          <a:p>
            <a:endParaRPr lang="ar-E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A9B1D-78F7-1F13-69DE-E69F4FA9D557}"/>
              </a:ext>
            </a:extLst>
          </p:cNvPr>
          <p:cNvSpPr txBox="1"/>
          <p:nvPr/>
        </p:nvSpPr>
        <p:spPr>
          <a:xfrm>
            <a:off x="344129" y="1315431"/>
            <a:ext cx="115922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just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goal of this level is for you to log into the game using SSH. The host to which you need to connect is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bandit.labs.overthewire.org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, on port 2220. The username is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bandit0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and the password is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bandit0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. Once logged in, go to the </a:t>
            </a: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2"/>
              </a:rPr>
              <a:t>Level 1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page to find out how to beat Level 1.</a:t>
            </a:r>
          </a:p>
          <a:p>
            <a:pPr algn="just"/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algn="just"/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algn="just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Username : bandit0</a:t>
            </a:r>
          </a:p>
          <a:p>
            <a:pPr algn="just"/>
            <a:r>
              <a:rPr lang="en-US" sz="2000" dirty="0">
                <a:solidFill>
                  <a:srgbClr val="242424"/>
                </a:solidFill>
                <a:latin typeface="source-serif-pro"/>
              </a:rPr>
              <a:t>Password : bandit0</a:t>
            </a:r>
          </a:p>
        </p:txBody>
      </p:sp>
    </p:spTree>
    <p:extLst>
      <p:ext uri="{BB962C8B-B14F-4D97-AF65-F5344CB8AC3E}">
        <p14:creationId xmlns:p14="http://schemas.microsoft.com/office/powerpoint/2010/main" val="1145789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200" b="1" i="0" dirty="0">
                <a:solidFill>
                  <a:srgbClr val="273239"/>
                </a:solidFill>
                <a:effectLst/>
                <a:latin typeface="Source Sans 3"/>
              </a:rPr>
              <a:t>Bandit – A Wargame For Linux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ECDBA-CA61-4AF7-8607-CC677CDEB5C1}"/>
              </a:ext>
            </a:extLst>
          </p:cNvPr>
          <p:cNvSpPr txBox="1"/>
          <p:nvPr/>
        </p:nvSpPr>
        <p:spPr>
          <a:xfrm>
            <a:off x="159133" y="1829532"/>
            <a:ext cx="11227124" cy="203132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1.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Open Terminal and Enter the following command.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</a:p>
          <a:p>
            <a:pPr algn="l" fontAlgn="base"/>
            <a:r>
              <a:rPr lang="en-US" b="1" i="0" dirty="0">
                <a:solidFill>
                  <a:schemeClr val="accent1">
                    <a:lumMod val="50000"/>
                  </a:schemeClr>
                </a:solidFill>
                <a:effectLst/>
                <a:latin typeface="Nunito" pitchFamily="2" charset="0"/>
              </a:rPr>
              <a:t>$ ssh bandit0@bandit.labs.overthewire.org -p 2220 </a:t>
            </a:r>
          </a:p>
          <a:p>
            <a:pPr algn="l" fontAlgn="base"/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will ask for a password </a:t>
            </a:r>
          </a:p>
          <a:p>
            <a:br>
              <a:rPr lang="en-US" dirty="0"/>
            </a:b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D7057-ECF6-6825-4958-3FE928558860}"/>
              </a:ext>
            </a:extLst>
          </p:cNvPr>
          <p:cNvSpPr txBox="1"/>
          <p:nvPr/>
        </p:nvSpPr>
        <p:spPr>
          <a:xfrm>
            <a:off x="227959" y="1246589"/>
            <a:ext cx="5081460" cy="400110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fontAlgn="base"/>
            <a:r>
              <a:rPr lang="en-US" sz="2000" b="1" i="0" dirty="0">
                <a:solidFill>
                  <a:srgbClr val="FF0000"/>
                </a:solidFill>
                <a:effectLst/>
                <a:latin typeface="Nunito" pitchFamily="2" charset="0"/>
              </a:rPr>
              <a:t>How to Get Started With the Game?</a:t>
            </a:r>
          </a:p>
        </p:txBody>
      </p:sp>
      <p:pic>
        <p:nvPicPr>
          <p:cNvPr id="1028" name="Picture 4" descr="Lightbox">
            <a:extLst>
              <a:ext uri="{FF2B5EF4-FFF2-40B4-BE49-F238E27FC236}">
                <a16:creationId xmlns:a16="http://schemas.microsoft.com/office/drawing/2014/main" id="{98EBD35E-DD6B-7779-248C-6087E6237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133" y="2985323"/>
            <a:ext cx="6764593" cy="385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A19BEA16-2DA5-B01A-C580-6C26AAE61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33" y="3703864"/>
            <a:ext cx="3360815" cy="679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Enter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ar-EG" altLang="ar-EG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-&gt; bandit0</a:t>
            </a:r>
            <a:br>
              <a:rPr kumimoji="0" lang="ar-EG" altLang="ar-EG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ar-EG" altLang="ar-E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4DC12F-FC10-5884-C484-4E0DB26341A9}"/>
              </a:ext>
            </a:extLst>
          </p:cNvPr>
          <p:cNvSpPr txBox="1"/>
          <p:nvPr/>
        </p:nvSpPr>
        <p:spPr>
          <a:xfrm>
            <a:off x="216310" y="92468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ohne"/>
              </a:rPr>
              <a:t>LEVEL 0 TO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65D0E-2F46-D179-49EA-E782F11EFB3E}"/>
              </a:ext>
            </a:extLst>
          </p:cNvPr>
          <p:cNvSpPr txBox="1"/>
          <p:nvPr/>
        </p:nvSpPr>
        <p:spPr>
          <a:xfrm>
            <a:off x="216309" y="1512076"/>
            <a:ext cx="110809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password for the next level is stored in a file called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readme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located in the home directory. Use this password to log into bandit1 using SSH. Whenever you find a password for a level, use SSH (on port 2220) to log into that level and continue the game.</a:t>
            </a:r>
          </a:p>
          <a:p>
            <a:pPr algn="l"/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algn="l"/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000" dirty="0">
                <a:solidFill>
                  <a:srgbClr val="242424"/>
                </a:solidFill>
                <a:latin typeface="source-serif-pro"/>
              </a:rPr>
              <a:t>Username: bandit1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Password : NH2SXQwcBdpmTEzi3bvBHMM9H66vVXjL</a:t>
            </a:r>
          </a:p>
        </p:txBody>
      </p:sp>
    </p:spTree>
    <p:extLst>
      <p:ext uri="{BB962C8B-B14F-4D97-AF65-F5344CB8AC3E}">
        <p14:creationId xmlns:p14="http://schemas.microsoft.com/office/powerpoint/2010/main" val="205854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67FA4-094D-CC90-B396-CF2F9B6F2493}"/>
              </a:ext>
            </a:extLst>
          </p:cNvPr>
          <p:cNvSpPr txBox="1"/>
          <p:nvPr/>
        </p:nvSpPr>
        <p:spPr>
          <a:xfrm>
            <a:off x="245806" y="550210"/>
            <a:ext cx="101960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2. 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After entering the password you will be connected to the server of the game. </a:t>
            </a:r>
          </a:p>
          <a:p>
            <a:b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ar-EG" dirty="0"/>
          </a:p>
        </p:txBody>
      </p:sp>
      <p:pic>
        <p:nvPicPr>
          <p:cNvPr id="2050" name="Picture 2" descr="Bandit-OverTheWire-2">
            <a:extLst>
              <a:ext uri="{FF2B5EF4-FFF2-40B4-BE49-F238E27FC236}">
                <a16:creationId xmlns:a16="http://schemas.microsoft.com/office/drawing/2014/main" id="{353EE84D-D33E-3A69-16A7-C207A54CB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214" y="1071716"/>
            <a:ext cx="6236177" cy="354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945DBF-F987-4AC3-CFDA-BA28D82B8387}"/>
              </a:ext>
            </a:extLst>
          </p:cNvPr>
          <p:cNvSpPr txBox="1"/>
          <p:nvPr/>
        </p:nvSpPr>
        <p:spPr>
          <a:xfrm>
            <a:off x="245806" y="124914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Now enter the following command 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0707D17-802F-B678-AD0A-0327B1852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5" y="1771096"/>
            <a:ext cx="2310581" cy="802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$</a:t>
            </a:r>
            <a:r>
              <a:rPr kumimoji="0" lang="ar-EG" altLang="ar-EG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ls</a:t>
            </a:r>
            <a:r>
              <a:rPr kumimoji="0" lang="ar-EG" altLang="ar-EG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$</a:t>
            </a:r>
            <a:r>
              <a:rPr kumimoji="0" lang="ar-EG" altLang="ar-EG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kumimoji="0" lang="ar-EG" altLang="ar-EG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ar-EG" altLang="ar-EG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readme</a:t>
            </a:r>
            <a:r>
              <a:rPr kumimoji="0" lang="ar-EG" altLang="ar-E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ar-EG" altLang="ar-EG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82BBB-9DC2-B4E0-731F-921AA1647DF2}"/>
              </a:ext>
            </a:extLst>
          </p:cNvPr>
          <p:cNvSpPr txBox="1"/>
          <p:nvPr/>
        </p:nvSpPr>
        <p:spPr>
          <a:xfrm>
            <a:off x="245805" y="4742999"/>
            <a:ext cx="11778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3. 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will give you the password for the next level. The highlighted text in the image is the password for the next level. 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7509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andit-OverTheWire-3">
            <a:extLst>
              <a:ext uri="{FF2B5EF4-FFF2-40B4-BE49-F238E27FC236}">
                <a16:creationId xmlns:a16="http://schemas.microsoft.com/office/drawing/2014/main" id="{98CF9891-A333-558C-8196-9F9ABA850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8" y="0"/>
            <a:ext cx="12120563" cy="375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DD20C-E6F5-2C66-781D-2F8139E69A69}"/>
              </a:ext>
            </a:extLst>
          </p:cNvPr>
          <p:cNvSpPr txBox="1"/>
          <p:nvPr/>
        </p:nvSpPr>
        <p:spPr>
          <a:xfrm>
            <a:off x="39328" y="3864078"/>
            <a:ext cx="1211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Now, after getting your first level done, use the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exit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command to exit the current level. Similarly, continue with the game, now to connect to level 1 use the following command. 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B8CE1-E747-C1D5-43B1-683E7D01CD8F}"/>
              </a:ext>
            </a:extLst>
          </p:cNvPr>
          <p:cNvSpPr txBox="1"/>
          <p:nvPr/>
        </p:nvSpPr>
        <p:spPr>
          <a:xfrm>
            <a:off x="120445" y="4615967"/>
            <a:ext cx="790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$ ssh bandit1@bandit.labs.overthewire.org -p 2220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4A884-FBB2-8687-D288-BDC732D91274}"/>
              </a:ext>
            </a:extLst>
          </p:cNvPr>
          <p:cNvSpPr txBox="1"/>
          <p:nvPr/>
        </p:nvSpPr>
        <p:spPr>
          <a:xfrm>
            <a:off x="120445" y="5163235"/>
            <a:ext cx="1136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will ask for the password. Enter the password we get from level 0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35169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F38902-6A90-3A90-1F7D-FA1A840BB5C3}"/>
              </a:ext>
            </a:extLst>
          </p:cNvPr>
          <p:cNvSpPr txBox="1"/>
          <p:nvPr/>
        </p:nvSpPr>
        <p:spPr>
          <a:xfrm>
            <a:off x="176981" y="687862"/>
            <a:ext cx="11690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ohne"/>
              </a:rPr>
              <a:t>LEVEL 1 TO 2</a:t>
            </a:r>
          </a:p>
          <a:p>
            <a:pPr algn="l"/>
            <a:endParaRPr lang="en-US" sz="2000" b="1" i="0" dirty="0">
              <a:solidFill>
                <a:srgbClr val="FF0000"/>
              </a:solidFill>
              <a:effectLst/>
              <a:latin typeface="sohne"/>
            </a:endParaRPr>
          </a:p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password for the next level is stored in a file called — located in the home directory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1E9AE-4CE2-1CB3-A784-DB2798833341}"/>
              </a:ext>
            </a:extLst>
          </p:cNvPr>
          <p:cNvSpPr txBox="1"/>
          <p:nvPr/>
        </p:nvSpPr>
        <p:spPr>
          <a:xfrm>
            <a:off x="176981" y="2123372"/>
            <a:ext cx="902601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We can see there is a file name ‘-’ in the home directory, which I open using cat ./- , ./ represents the current directory.</a:t>
            </a:r>
          </a:p>
          <a:p>
            <a:br>
              <a:rPr lang="en-US" dirty="0">
                <a:effectLst/>
              </a:rPr>
            </a:br>
            <a:endParaRPr lang="ar-EG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53C8B25-C789-9FC7-C58A-0042AC35C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5" y="3087304"/>
            <a:ext cx="10646645" cy="221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E25A10-0AB3-4E7A-80B6-0E3B0C55558A}"/>
              </a:ext>
            </a:extLst>
          </p:cNvPr>
          <p:cNvSpPr txBox="1"/>
          <p:nvPr/>
        </p:nvSpPr>
        <p:spPr>
          <a:xfrm>
            <a:off x="176981" y="5617188"/>
            <a:ext cx="487915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Username: bandit2</a:t>
            </a:r>
          </a:p>
          <a:p>
            <a:r>
              <a:rPr lang="en-US" dirty="0"/>
              <a:t>Password: rRGizSaX8Mk1RTb1CNQoXTcYZWU6lgzi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7149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7EA708-0028-01C3-7931-5BA8963A0F38}"/>
              </a:ext>
            </a:extLst>
          </p:cNvPr>
          <p:cNvSpPr txBox="1"/>
          <p:nvPr/>
        </p:nvSpPr>
        <p:spPr>
          <a:xfrm>
            <a:off x="245806" y="52156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ohne"/>
              </a:rPr>
              <a:t>Bandit Level 2 → Level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1DC83-2DC2-E9CC-FCDD-CE010584BBDE}"/>
              </a:ext>
            </a:extLst>
          </p:cNvPr>
          <p:cNvSpPr txBox="1"/>
          <p:nvPr/>
        </p:nvSpPr>
        <p:spPr>
          <a:xfrm>
            <a:off x="245805" y="1101664"/>
            <a:ext cx="103238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password for the next level is stored in a file called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spaces in this filename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located in the home directory.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70904-A2CE-AD17-4907-DAFC38CD9C25}"/>
              </a:ext>
            </a:extLst>
          </p:cNvPr>
          <p:cNvSpPr txBox="1"/>
          <p:nvPr/>
        </p:nvSpPr>
        <p:spPr>
          <a:xfrm>
            <a:off x="245805" y="2368330"/>
            <a:ext cx="116610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for this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source-serif-pro"/>
              </a:rPr>
              <a:t>i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kept the filename in double quotes, because it helps to avoid issues caused by spaces being interpreted as argument separators.</a:t>
            </a:r>
          </a:p>
          <a:p>
            <a:br>
              <a:rPr lang="en-US" sz="2000" dirty="0">
                <a:effectLst/>
              </a:rPr>
            </a:br>
            <a:endParaRPr lang="ar-EG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A51FAAE-846D-3809-700A-CE11B0AB7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5" y="3204855"/>
            <a:ext cx="695325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ADC89B9-1F93-84E9-9519-FD3263D7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5" y="5264407"/>
            <a:ext cx="6953250" cy="159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95483C-64CE-291C-490D-D9445E4A0F89}"/>
              </a:ext>
            </a:extLst>
          </p:cNvPr>
          <p:cNvSpPr txBox="1"/>
          <p:nvPr/>
        </p:nvSpPr>
        <p:spPr>
          <a:xfrm>
            <a:off x="7199055" y="5840362"/>
            <a:ext cx="5004062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Username: bandit3</a:t>
            </a:r>
          </a:p>
          <a:p>
            <a:r>
              <a:rPr lang="en-US" dirty="0"/>
              <a:t>Password: aBZ0W5EmUfAf7kHTQeOwd8bauFJ2lAiG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28583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A2643-CDA5-4992-1546-4F1E545D61E3}"/>
              </a:ext>
            </a:extLst>
          </p:cNvPr>
          <p:cNvSpPr txBox="1"/>
          <p:nvPr/>
        </p:nvSpPr>
        <p:spPr>
          <a:xfrm>
            <a:off x="157316" y="5313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ohne"/>
              </a:rPr>
              <a:t>Bandit Level 3 → Level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632AC-BA8B-1FA7-5978-1111D7712731}"/>
              </a:ext>
            </a:extLst>
          </p:cNvPr>
          <p:cNvSpPr txBox="1"/>
          <p:nvPr/>
        </p:nvSpPr>
        <p:spPr>
          <a:xfrm>
            <a:off x="157315" y="1131161"/>
            <a:ext cx="10628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password for the next level is stored in a hidden file in the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inhere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directory.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4C5F7-DC6D-E6E5-CEF5-0F308F85BA34}"/>
              </a:ext>
            </a:extLst>
          </p:cNvPr>
          <p:cNvSpPr txBox="1"/>
          <p:nvPr/>
        </p:nvSpPr>
        <p:spPr>
          <a:xfrm>
            <a:off x="157315" y="2038705"/>
            <a:ext cx="11828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first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source-serif-pro"/>
              </a:rPr>
              <a:t>i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used cd command to get in inhere directory, then used ls -la command as this command shows the hidden files and lastly use cat command to read what’s written in the file.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2C0ED8-7003-AB88-885D-AE5A95AE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77" y="2746591"/>
            <a:ext cx="10734061" cy="264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BA6EAC-7548-60C3-2C9C-AC1B03A25AEE}"/>
              </a:ext>
            </a:extLst>
          </p:cNvPr>
          <p:cNvSpPr txBox="1"/>
          <p:nvPr/>
        </p:nvSpPr>
        <p:spPr>
          <a:xfrm>
            <a:off x="310656" y="5726839"/>
            <a:ext cx="526285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Username: bandit4</a:t>
            </a:r>
          </a:p>
          <a:p>
            <a:r>
              <a:rPr lang="en-US" dirty="0"/>
              <a:t>Password : 2EW7BBsr6aMMoJ2HjW067dm8EgX26xNe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54499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6FA168-9746-F42F-17A6-C8638A63B089}"/>
              </a:ext>
            </a:extLst>
          </p:cNvPr>
          <p:cNvSpPr txBox="1"/>
          <p:nvPr/>
        </p:nvSpPr>
        <p:spPr>
          <a:xfrm>
            <a:off x="186813" y="4527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latin typeface="sohne"/>
              </a:rPr>
              <a:t>Bandit Level 4 → Level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5E4DD-83DE-826D-4A1B-E03415F13778}"/>
              </a:ext>
            </a:extLst>
          </p:cNvPr>
          <p:cNvSpPr txBox="1"/>
          <p:nvPr/>
        </p:nvSpPr>
        <p:spPr>
          <a:xfrm>
            <a:off x="186813" y="1090984"/>
            <a:ext cx="11670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latin typeface="sohne"/>
              </a:rPr>
              <a:t>Level Goal</a:t>
            </a:r>
          </a:p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The password for the next level is stored in the only human-readable file in the </a:t>
            </a:r>
            <a:r>
              <a:rPr lang="en-US" sz="2000" b="1" i="0" dirty="0">
                <a:solidFill>
                  <a:srgbClr val="242424"/>
                </a:solidFill>
                <a:effectLst/>
                <a:latin typeface="source-serif-pro"/>
              </a:rPr>
              <a:t>inhere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directory. Tip: if your terminal is messed up, try the “reset” command.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79302-0378-918B-71F6-D5426B0FAFA9}"/>
              </a:ext>
            </a:extLst>
          </p:cNvPr>
          <p:cNvSpPr txBox="1"/>
          <p:nvPr/>
        </p:nvSpPr>
        <p:spPr>
          <a:xfrm>
            <a:off x="186813" y="2283231"/>
            <a:ext cx="11169445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 The command file ./-file0* is used to determine the file type of files in the current directory that match the pattern ‘-file0*’. And we can see that in the file07 the file is in ascii text, that’s why we cat the file and got the password.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059F6-5F01-E22D-E36F-82FE306332BF}"/>
              </a:ext>
            </a:extLst>
          </p:cNvPr>
          <p:cNvSpPr txBox="1"/>
          <p:nvPr/>
        </p:nvSpPr>
        <p:spPr>
          <a:xfrm>
            <a:off x="688258" y="4581832"/>
            <a:ext cx="476508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Username: bandit5</a:t>
            </a:r>
          </a:p>
          <a:p>
            <a:r>
              <a:rPr lang="en-US" dirty="0"/>
              <a:t>Password : lrIWWI6bB37kxfiCQZqUdOIYfr6eEeqR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34779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C9B2755-9265-3364-5857-32D7A75F3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58" y="206477"/>
            <a:ext cx="9189423" cy="648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455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5AAB7AF-DB1F-4935-80EC-17FCE6FDC84A}"/>
              </a:ext>
            </a:extLst>
          </p:cNvPr>
          <p:cNvGrpSpPr/>
          <p:nvPr/>
        </p:nvGrpSpPr>
        <p:grpSpPr>
          <a:xfrm>
            <a:off x="6096000" y="2769507"/>
            <a:ext cx="6096000" cy="1318987"/>
            <a:chOff x="1" y="4959383"/>
            <a:chExt cx="12191999" cy="13189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F8EF26-7AD5-4E7F-95B3-9A57CF80C483}"/>
                </a:ext>
              </a:extLst>
            </p:cNvPr>
            <p:cNvSpPr txBox="1"/>
            <p:nvPr/>
          </p:nvSpPr>
          <p:spPr>
            <a:xfrm>
              <a:off x="1" y="4959383"/>
              <a:ext cx="12191999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맑은 고딕"/>
                  <a:cs typeface="Arial" pitchFamily="34" charset="0"/>
                </a:rPr>
                <a:t>THANK YOU</a:t>
              </a:r>
              <a:endPara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DEB2CA-D11F-4CA5-BC5A-6C38FF4BF392}"/>
                </a:ext>
              </a:extLst>
            </p:cNvPr>
            <p:cNvSpPr txBox="1"/>
            <p:nvPr/>
          </p:nvSpPr>
          <p:spPr>
            <a:xfrm>
              <a:off x="51" y="5898714"/>
              <a:ext cx="12191852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116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7F7F7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a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ver and End Slide Master">
  <a:themeElements>
    <a:clrScheme name="ALLPPT-116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7F7F7F"/>
      </a:accent6>
      <a:hlink>
        <a:srgbClr val="0000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621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Corbel</vt:lpstr>
      <vt:lpstr>Nunito</vt:lpstr>
      <vt:lpstr>Roboto</vt:lpstr>
      <vt:lpstr>sohne</vt:lpstr>
      <vt:lpstr>Source Sans 3</vt:lpstr>
      <vt:lpstr>source-serif-pro</vt:lpstr>
      <vt:lpstr>Wingdings 2</vt:lpstr>
      <vt:lpstr>Contents Slide Master</vt:lpstr>
      <vt:lpstr>Frame</vt:lpstr>
      <vt:lpstr>Office Theme</vt:lpstr>
      <vt:lpstr>Cover and End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Ibrahim Hassaan</dc:creator>
  <cp:lastModifiedBy>Ramy Ebeid</cp:lastModifiedBy>
  <cp:revision>41</cp:revision>
  <dcterms:created xsi:type="dcterms:W3CDTF">2024-01-24T21:29:27Z</dcterms:created>
  <dcterms:modified xsi:type="dcterms:W3CDTF">2024-02-23T17:09:20Z</dcterms:modified>
</cp:coreProperties>
</file>