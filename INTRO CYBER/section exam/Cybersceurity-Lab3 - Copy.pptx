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 id="2147483791" r:id="rId2"/>
    <p:sldMasterId id="2147483831" r:id="rId3"/>
    <p:sldMasterId id="2147483856" r:id="rId4"/>
  </p:sldMasterIdLst>
  <p:notesMasterIdLst>
    <p:notesMasterId r:id="rId22"/>
  </p:notesMasterIdLst>
  <p:sldIdLst>
    <p:sldId id="354" r:id="rId5"/>
    <p:sldId id="357" r:id="rId6"/>
    <p:sldId id="318" r:id="rId7"/>
    <p:sldId id="359" r:id="rId8"/>
    <p:sldId id="360" r:id="rId9"/>
    <p:sldId id="362" r:id="rId10"/>
    <p:sldId id="363" r:id="rId11"/>
    <p:sldId id="369" r:id="rId12"/>
    <p:sldId id="370" r:id="rId13"/>
    <p:sldId id="371" r:id="rId14"/>
    <p:sldId id="372" r:id="rId15"/>
    <p:sldId id="373" r:id="rId16"/>
    <p:sldId id="374" r:id="rId17"/>
    <p:sldId id="375" r:id="rId18"/>
    <p:sldId id="376" r:id="rId19"/>
    <p:sldId id="377" r:id="rId20"/>
    <p:sldId id="34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2CA704E-2889-4387-B049-854A135D47A7}">
          <p14:sldIdLst>
            <p14:sldId id="354"/>
            <p14:sldId id="357"/>
            <p14:sldId id="318"/>
            <p14:sldId id="359"/>
            <p14:sldId id="360"/>
            <p14:sldId id="362"/>
            <p14:sldId id="363"/>
            <p14:sldId id="369"/>
            <p14:sldId id="370"/>
            <p14:sldId id="371"/>
            <p14:sldId id="372"/>
            <p14:sldId id="373"/>
            <p14:sldId id="374"/>
            <p14:sldId id="375"/>
            <p14:sldId id="376"/>
            <p14:sldId id="377"/>
            <p14:sldId id="34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1DD8B1-23D5-49E6-AF7E-69F76E92E867}" type="datetimeFigureOut">
              <a:rPr lang="en-US" smtClean="0"/>
              <a:t>4/6/2026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ED143D-F7A7-43C7-BE41-E1D8E1EED4C6}" type="slidenum">
              <a:rPr lang="en-US" smtClean="0"/>
              <a:t>‹#›</a:t>
            </a:fld>
            <a:endParaRPr lang="en-US"/>
          </a:p>
        </p:txBody>
      </p:sp>
    </p:spTree>
    <p:extLst>
      <p:ext uri="{BB962C8B-B14F-4D97-AF65-F5344CB8AC3E}">
        <p14:creationId xmlns:p14="http://schemas.microsoft.com/office/powerpoint/2010/main" val="2477836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6288356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2768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8786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4" name="그림 개체 틀 2">
            <a:extLst>
              <a:ext uri="{FF2B5EF4-FFF2-40B4-BE49-F238E27FC236}">
                <a16:creationId xmlns:a16="http://schemas.microsoft.com/office/drawing/2014/main" id="{BB1355F7-5A18-4E26-B6D5-080C1C4D6FCA}"/>
              </a:ext>
            </a:extLst>
          </p:cNvPr>
          <p:cNvSpPr>
            <a:spLocks noGrp="1"/>
          </p:cNvSpPr>
          <p:nvPr>
            <p:ph type="pic" sz="quarter" idx="14" hasCustomPrompt="1"/>
          </p:nvPr>
        </p:nvSpPr>
        <p:spPr>
          <a:xfrm>
            <a:off x="681486" y="612476"/>
            <a:ext cx="4399471" cy="4520242"/>
          </a:xfrm>
          <a:prstGeom prst="rect">
            <a:avLst/>
          </a:prstGeom>
          <a:solidFill>
            <a:schemeClr val="bg1">
              <a:lumMod val="95000"/>
            </a:schemeClr>
          </a:solidFill>
          <a:ln w="88900">
            <a:solidFill>
              <a:schemeClr val="accent2"/>
            </a:solidFill>
          </a:ln>
        </p:spPr>
        <p:txBody>
          <a:bodyPr anchor="ctr"/>
          <a:lstStyle>
            <a:lvl1pPr marL="0" indent="0" algn="ctr">
              <a:buNone/>
              <a:defRPr sz="1200"/>
            </a:lvl1pPr>
          </a:lstStyle>
          <a:p>
            <a:r>
              <a:rPr lang="en-US" altLang="ko-KR" dirty="0"/>
              <a:t>Place Your Picture Here</a:t>
            </a:r>
            <a:endParaRPr lang="ko-KR" altLang="en-US" dirty="0"/>
          </a:p>
        </p:txBody>
      </p:sp>
    </p:spTree>
    <p:extLst>
      <p:ext uri="{BB962C8B-B14F-4D97-AF65-F5344CB8AC3E}">
        <p14:creationId xmlns:p14="http://schemas.microsoft.com/office/powerpoint/2010/main" val="3558336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Contents slide layout">
    <p:spTree>
      <p:nvGrpSpPr>
        <p:cNvPr id="1" name=""/>
        <p:cNvGrpSpPr/>
        <p:nvPr/>
      </p:nvGrpSpPr>
      <p:grpSpPr>
        <a:xfrm>
          <a:off x="0" y="0"/>
          <a:ext cx="0" cy="0"/>
          <a:chOff x="0" y="0"/>
          <a:chExt cx="0" cy="0"/>
        </a:xfrm>
      </p:grpSpPr>
      <p:sp>
        <p:nvSpPr>
          <p:cNvPr id="2" name="그림 개체 틀 2">
            <a:extLst>
              <a:ext uri="{FF2B5EF4-FFF2-40B4-BE49-F238E27FC236}">
                <a16:creationId xmlns:a16="http://schemas.microsoft.com/office/drawing/2014/main" id="{B24E91D7-E3DF-4B78-9679-1103FBCF548F}"/>
              </a:ext>
            </a:extLst>
          </p:cNvPr>
          <p:cNvSpPr>
            <a:spLocks noGrp="1"/>
          </p:cNvSpPr>
          <p:nvPr>
            <p:ph type="pic" sz="quarter" idx="14" hasCustomPrompt="1"/>
          </p:nvPr>
        </p:nvSpPr>
        <p:spPr>
          <a:xfrm>
            <a:off x="3934982" y="0"/>
            <a:ext cx="4322036" cy="6858000"/>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ko-KR" altLang="en-US" sz="1800">
                <a:solidFill>
                  <a:schemeClr val="tx1">
                    <a:lumMod val="75000"/>
                    <a:lumOff val="25000"/>
                  </a:schemeClr>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ko-KR" dirty="0"/>
              <a:t>Place Your Picture Here Send To Back</a:t>
            </a:r>
            <a:endParaRPr lang="ko-KR" altLang="en-US" dirty="0"/>
          </a:p>
        </p:txBody>
      </p:sp>
    </p:spTree>
    <p:extLst>
      <p:ext uri="{BB962C8B-B14F-4D97-AF65-F5344CB8AC3E}">
        <p14:creationId xmlns:p14="http://schemas.microsoft.com/office/powerpoint/2010/main" val="868683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7137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A6C8369F-32EF-46EC-AB97-844E17DD14FD}"/>
              </a:ext>
            </a:extLst>
          </p:cNvPr>
          <p:cNvSpPr/>
          <p:nvPr userDrawn="1"/>
        </p:nvSpPr>
        <p:spPr>
          <a:xfrm>
            <a:off x="-1" y="828942"/>
            <a:ext cx="4862557" cy="16637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CBF8CEF7-B415-4262-B314-9BD7D139FC10}"/>
              </a:ext>
            </a:extLst>
          </p:cNvPr>
          <p:cNvSpPr>
            <a:spLocks noGrp="1"/>
          </p:cNvSpPr>
          <p:nvPr>
            <p:ph type="pic" idx="11" hasCustomPrompt="1"/>
          </p:nvPr>
        </p:nvSpPr>
        <p:spPr>
          <a:xfrm>
            <a:off x="503221" y="-3827"/>
            <a:ext cx="2666667" cy="5369887"/>
          </a:xfrm>
          <a:prstGeom prst="rect">
            <a:avLst/>
          </a:prstGeom>
          <a:solidFill>
            <a:schemeClr val="bg1">
              <a:lumMod val="95000"/>
            </a:schemeClr>
          </a:solidFill>
        </p:spPr>
        <p:txBody>
          <a:bodyPr anchor="ctr"/>
          <a:lstStyle>
            <a:lvl1pPr marL="0" indent="0" algn="ctr">
              <a:buNone/>
              <a:defRPr sz="1200" baseline="0">
                <a:solidFill>
                  <a:schemeClr val="tx1">
                    <a:lumMod val="85000"/>
                    <a:lumOff val="1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4" name="Picture Placeholder 2">
            <a:extLst>
              <a:ext uri="{FF2B5EF4-FFF2-40B4-BE49-F238E27FC236}">
                <a16:creationId xmlns:a16="http://schemas.microsoft.com/office/drawing/2014/main" id="{1B965928-3AE9-43AD-A998-C637B0A03C88}"/>
              </a:ext>
            </a:extLst>
          </p:cNvPr>
          <p:cNvSpPr>
            <a:spLocks noGrp="1"/>
          </p:cNvSpPr>
          <p:nvPr>
            <p:ph type="pic" idx="12" hasCustomPrompt="1"/>
          </p:nvPr>
        </p:nvSpPr>
        <p:spPr>
          <a:xfrm>
            <a:off x="3774835" y="1488113"/>
            <a:ext cx="2666667" cy="5369887"/>
          </a:xfrm>
          <a:prstGeom prst="rect">
            <a:avLst/>
          </a:prstGeom>
          <a:solidFill>
            <a:schemeClr val="bg1">
              <a:lumMod val="95000"/>
            </a:schemeClr>
          </a:solidFill>
        </p:spPr>
        <p:txBody>
          <a:bodyPr anchor="ctr"/>
          <a:lstStyle>
            <a:lvl1pPr marL="0" indent="0" algn="ctr">
              <a:buNone/>
              <a:defRPr sz="1200" baseline="0">
                <a:solidFill>
                  <a:schemeClr val="tx1">
                    <a:lumMod val="85000"/>
                    <a:lumOff val="1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And Send To Back</a:t>
            </a:r>
            <a:endParaRPr lang="ko-KR" altLang="en-US" dirty="0"/>
          </a:p>
        </p:txBody>
      </p:sp>
    </p:spTree>
    <p:extLst>
      <p:ext uri="{BB962C8B-B14F-4D97-AF65-F5344CB8AC3E}">
        <p14:creationId xmlns:p14="http://schemas.microsoft.com/office/powerpoint/2010/main" val="3199424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7617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Contents slide layout">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4B513918-66CF-46D7-AFFF-09DA235C3496}"/>
              </a:ext>
            </a:extLst>
          </p:cNvPr>
          <p:cNvSpPr/>
          <p:nvPr userDrawn="1"/>
        </p:nvSpPr>
        <p:spPr>
          <a:xfrm>
            <a:off x="6908167" y="5662484"/>
            <a:ext cx="4431324" cy="448874"/>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grpSp>
        <p:nvGrpSpPr>
          <p:cNvPr id="3" name="Graphic 14">
            <a:extLst>
              <a:ext uri="{FF2B5EF4-FFF2-40B4-BE49-F238E27FC236}">
                <a16:creationId xmlns:a16="http://schemas.microsoft.com/office/drawing/2014/main" id="{01BC2467-EE8A-4564-8811-D67559B118AA}"/>
              </a:ext>
            </a:extLst>
          </p:cNvPr>
          <p:cNvGrpSpPr/>
          <p:nvPr userDrawn="1"/>
        </p:nvGrpSpPr>
        <p:grpSpPr>
          <a:xfrm>
            <a:off x="7079704" y="2354198"/>
            <a:ext cx="4354942" cy="3514972"/>
            <a:chOff x="2444748" y="555045"/>
            <a:chExt cx="7282048" cy="5727454"/>
          </a:xfrm>
        </p:grpSpPr>
        <p:sp>
          <p:nvSpPr>
            <p:cNvPr id="4" name="Freeform: Shape 3">
              <a:extLst>
                <a:ext uri="{FF2B5EF4-FFF2-40B4-BE49-F238E27FC236}">
                  <a16:creationId xmlns:a16="http://schemas.microsoft.com/office/drawing/2014/main" id="{0EE152B8-5443-42B9-8B2A-EC459A1B9AAD}"/>
                </a:ext>
              </a:extLst>
            </p:cNvPr>
            <p:cNvSpPr/>
            <p:nvPr/>
          </p:nvSpPr>
          <p:spPr>
            <a:xfrm>
              <a:off x="4964693" y="5443837"/>
              <a:ext cx="2168250" cy="818208"/>
            </a:xfrm>
            <a:custGeom>
              <a:avLst/>
              <a:gdLst>
                <a:gd name="connsiteX0" fmla="*/ 1941333 w 2168250"/>
                <a:gd name="connsiteY0" fmla="*/ 525699 h 818207"/>
                <a:gd name="connsiteX1" fmla="*/ 1785874 w 2168250"/>
                <a:gd name="connsiteY1" fmla="*/ 30683 h 818207"/>
                <a:gd name="connsiteX2" fmla="*/ 1114943 w 2168250"/>
                <a:gd name="connsiteY2" fmla="*/ 30683 h 818207"/>
                <a:gd name="connsiteX3" fmla="*/ 1065851 w 2168250"/>
                <a:gd name="connsiteY3" fmla="*/ 30683 h 818207"/>
                <a:gd name="connsiteX4" fmla="*/ 390830 w 2168250"/>
                <a:gd name="connsiteY4" fmla="*/ 30683 h 818207"/>
                <a:gd name="connsiteX5" fmla="*/ 235370 w 2168250"/>
                <a:gd name="connsiteY5" fmla="*/ 525699 h 818207"/>
                <a:gd name="connsiteX6" fmla="*/ 259916 w 2168250"/>
                <a:gd name="connsiteY6" fmla="*/ 816162 h 818207"/>
                <a:gd name="connsiteX7" fmla="*/ 1065851 w 2168250"/>
                <a:gd name="connsiteY7" fmla="*/ 816162 h 818207"/>
                <a:gd name="connsiteX8" fmla="*/ 1114943 w 2168250"/>
                <a:gd name="connsiteY8" fmla="*/ 816162 h 818207"/>
                <a:gd name="connsiteX9" fmla="*/ 1920878 w 2168250"/>
                <a:gd name="connsiteY9" fmla="*/ 816162 h 818207"/>
                <a:gd name="connsiteX10" fmla="*/ 1941333 w 2168250"/>
                <a:gd name="connsiteY10" fmla="*/ 525699 h 818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8250" h="818207">
                  <a:moveTo>
                    <a:pt x="1941333" y="525699"/>
                  </a:moveTo>
                  <a:cubicBezTo>
                    <a:pt x="1789965" y="370239"/>
                    <a:pt x="1785874" y="30683"/>
                    <a:pt x="1785874" y="30683"/>
                  </a:cubicBezTo>
                  <a:lnTo>
                    <a:pt x="1114943" y="30683"/>
                  </a:lnTo>
                  <a:lnTo>
                    <a:pt x="1065851" y="30683"/>
                  </a:lnTo>
                  <a:lnTo>
                    <a:pt x="390830" y="30683"/>
                  </a:lnTo>
                  <a:cubicBezTo>
                    <a:pt x="390830" y="30683"/>
                    <a:pt x="386739" y="366148"/>
                    <a:pt x="235370" y="525699"/>
                  </a:cubicBezTo>
                  <a:cubicBezTo>
                    <a:pt x="84002" y="681158"/>
                    <a:pt x="-149188" y="816162"/>
                    <a:pt x="259916" y="816162"/>
                  </a:cubicBezTo>
                  <a:cubicBezTo>
                    <a:pt x="587199" y="816162"/>
                    <a:pt x="939029" y="816162"/>
                    <a:pt x="1065851" y="816162"/>
                  </a:cubicBezTo>
                  <a:cubicBezTo>
                    <a:pt x="1098579" y="816162"/>
                    <a:pt x="1114943" y="816162"/>
                    <a:pt x="1114943" y="816162"/>
                  </a:cubicBezTo>
                  <a:cubicBezTo>
                    <a:pt x="1245857" y="816162"/>
                    <a:pt x="1597686" y="816162"/>
                    <a:pt x="1920878" y="816162"/>
                  </a:cubicBezTo>
                  <a:cubicBezTo>
                    <a:pt x="2329982" y="816162"/>
                    <a:pt x="2092702" y="681158"/>
                    <a:pt x="1941333" y="525699"/>
                  </a:cubicBezTo>
                  <a:close/>
                </a:path>
              </a:pathLst>
            </a:custGeom>
            <a:gradFill>
              <a:gsLst>
                <a:gs pos="0">
                  <a:schemeClr val="bg1">
                    <a:lumMod val="75000"/>
                  </a:schemeClr>
                </a:gs>
                <a:gs pos="53000">
                  <a:schemeClr val="bg1">
                    <a:lumMod val="85000"/>
                  </a:schemeClr>
                </a:gs>
                <a:gs pos="83000">
                  <a:schemeClr val="bg1">
                    <a:lumMod val="75000"/>
                  </a:schemeClr>
                </a:gs>
                <a:gs pos="100000">
                  <a:schemeClr val="bg1">
                    <a:lumMod val="75000"/>
                  </a:schemeClr>
                </a:gs>
              </a:gsLst>
              <a:lin ang="16200000" scaled="0"/>
            </a:gradFill>
            <a:ln w="9525"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28660F49-B40E-45FC-84BC-FCD0D035F34C}"/>
                </a:ext>
              </a:extLst>
            </p:cNvPr>
            <p:cNvSpPr/>
            <p:nvPr/>
          </p:nvSpPr>
          <p:spPr>
            <a:xfrm>
              <a:off x="2444748" y="555045"/>
              <a:ext cx="7282048" cy="4950157"/>
            </a:xfrm>
            <a:custGeom>
              <a:avLst/>
              <a:gdLst>
                <a:gd name="connsiteX0" fmla="*/ 7038632 w 7282048"/>
                <a:gd name="connsiteY0" fmla="*/ 30683 h 4950157"/>
                <a:gd name="connsiteX1" fmla="*/ 3704436 w 7282048"/>
                <a:gd name="connsiteY1" fmla="*/ 30683 h 4950157"/>
                <a:gd name="connsiteX2" fmla="*/ 3589886 w 7282048"/>
                <a:gd name="connsiteY2" fmla="*/ 30683 h 4950157"/>
                <a:gd name="connsiteX3" fmla="*/ 259781 w 7282048"/>
                <a:gd name="connsiteY3" fmla="*/ 30683 h 4950157"/>
                <a:gd name="connsiteX4" fmla="*/ 30683 w 7282048"/>
                <a:gd name="connsiteY4" fmla="*/ 259781 h 4950157"/>
                <a:gd name="connsiteX5" fmla="*/ 30683 w 7282048"/>
                <a:gd name="connsiteY5" fmla="*/ 4698558 h 4950157"/>
                <a:gd name="connsiteX6" fmla="*/ 239326 w 7282048"/>
                <a:gd name="connsiteY6" fmla="*/ 4931748 h 4950157"/>
                <a:gd name="connsiteX7" fmla="*/ 7042723 w 7282048"/>
                <a:gd name="connsiteY7" fmla="*/ 4931748 h 4950157"/>
                <a:gd name="connsiteX8" fmla="*/ 7251366 w 7282048"/>
                <a:gd name="connsiteY8" fmla="*/ 4698558 h 4950157"/>
                <a:gd name="connsiteX9" fmla="*/ 7251366 w 7282048"/>
                <a:gd name="connsiteY9" fmla="*/ 259781 h 4950157"/>
                <a:gd name="connsiteX10" fmla="*/ 7038632 w 7282048"/>
                <a:gd name="connsiteY10" fmla="*/ 30683 h 495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82048" h="4950157">
                  <a:moveTo>
                    <a:pt x="7038632" y="30683"/>
                  </a:moveTo>
                  <a:lnTo>
                    <a:pt x="3704436" y="30683"/>
                  </a:lnTo>
                  <a:lnTo>
                    <a:pt x="3589886" y="30683"/>
                  </a:lnTo>
                  <a:lnTo>
                    <a:pt x="259781" y="30683"/>
                  </a:lnTo>
                  <a:cubicBezTo>
                    <a:pt x="141141" y="30683"/>
                    <a:pt x="30683" y="128868"/>
                    <a:pt x="30683" y="259781"/>
                  </a:cubicBezTo>
                  <a:lnTo>
                    <a:pt x="30683" y="4698558"/>
                  </a:lnTo>
                  <a:cubicBezTo>
                    <a:pt x="30683" y="4829472"/>
                    <a:pt x="124777" y="4931748"/>
                    <a:pt x="239326" y="4931748"/>
                  </a:cubicBezTo>
                  <a:lnTo>
                    <a:pt x="7042723" y="4931748"/>
                  </a:lnTo>
                  <a:cubicBezTo>
                    <a:pt x="7157272" y="4931748"/>
                    <a:pt x="7251366" y="4825380"/>
                    <a:pt x="7251366" y="4698558"/>
                  </a:cubicBezTo>
                  <a:lnTo>
                    <a:pt x="7251366" y="259781"/>
                  </a:lnTo>
                  <a:cubicBezTo>
                    <a:pt x="7251366" y="128868"/>
                    <a:pt x="7157272" y="30683"/>
                    <a:pt x="7038632" y="30683"/>
                  </a:cubicBezTo>
                  <a:close/>
                </a:path>
              </a:pathLst>
            </a:custGeom>
            <a:solidFill>
              <a:srgbClr val="999999"/>
            </a:solidFill>
            <a:ln w="9525" cap="flat">
              <a:noFill/>
              <a:prstDash val="solid"/>
              <a:miter/>
            </a:ln>
          </p:spPr>
          <p:txBody>
            <a:bodyPr rtlCol="0" anchor="ctr"/>
            <a:lstStyle/>
            <a:p>
              <a:endParaRPr lang="en-US" dirty="0"/>
            </a:p>
          </p:txBody>
        </p:sp>
        <p:sp>
          <p:nvSpPr>
            <p:cNvPr id="6" name="Freeform: Shape 5">
              <a:extLst>
                <a:ext uri="{FF2B5EF4-FFF2-40B4-BE49-F238E27FC236}">
                  <a16:creationId xmlns:a16="http://schemas.microsoft.com/office/drawing/2014/main" id="{E66B06EB-4D01-476E-8816-406DD42496AD}"/>
                </a:ext>
              </a:extLst>
            </p:cNvPr>
            <p:cNvSpPr/>
            <p:nvPr/>
          </p:nvSpPr>
          <p:spPr>
            <a:xfrm>
              <a:off x="8706599" y="5435655"/>
              <a:ext cx="490925" cy="81821"/>
            </a:xfrm>
            <a:custGeom>
              <a:avLst/>
              <a:gdLst>
                <a:gd name="connsiteX0" fmla="*/ 32212 w 490924"/>
                <a:gd name="connsiteY0" fmla="*/ 30683 h 81820"/>
                <a:gd name="connsiteX1" fmla="*/ 64939 w 490924"/>
                <a:gd name="connsiteY1" fmla="*/ 71593 h 81820"/>
                <a:gd name="connsiteX2" fmla="*/ 461771 w 490924"/>
                <a:gd name="connsiteY2" fmla="*/ 71593 h 81820"/>
                <a:gd name="connsiteX3" fmla="*/ 498590 w 490924"/>
                <a:gd name="connsiteY3" fmla="*/ 30683 h 81820"/>
                <a:gd name="connsiteX4" fmla="*/ 32212 w 490924"/>
                <a:gd name="connsiteY4" fmla="*/ 30683 h 81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924" h="81820">
                  <a:moveTo>
                    <a:pt x="32212" y="30683"/>
                  </a:moveTo>
                  <a:cubicBezTo>
                    <a:pt x="32212" y="30683"/>
                    <a:pt x="19938" y="67502"/>
                    <a:pt x="64939" y="71593"/>
                  </a:cubicBezTo>
                  <a:lnTo>
                    <a:pt x="461771" y="71593"/>
                  </a:lnTo>
                  <a:cubicBezTo>
                    <a:pt x="461771" y="71593"/>
                    <a:pt x="502681" y="75684"/>
                    <a:pt x="498590" y="30683"/>
                  </a:cubicBezTo>
                  <a:lnTo>
                    <a:pt x="32212" y="30683"/>
                  </a:lnTo>
                  <a:close/>
                </a:path>
              </a:pathLst>
            </a:custGeom>
            <a:solidFill>
              <a:srgbClr val="999999"/>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AA794FB5-56FD-4DD2-A6BC-50568072A96C}"/>
                </a:ext>
              </a:extLst>
            </p:cNvPr>
            <p:cNvSpPr/>
            <p:nvPr/>
          </p:nvSpPr>
          <p:spPr>
            <a:xfrm>
              <a:off x="2481568" y="595956"/>
              <a:ext cx="7200228" cy="4336501"/>
            </a:xfrm>
            <a:custGeom>
              <a:avLst/>
              <a:gdLst>
                <a:gd name="connsiteX0" fmla="*/ 6973175 w 7200227"/>
                <a:gd name="connsiteY0" fmla="*/ 30683 h 4336501"/>
                <a:gd name="connsiteX1" fmla="*/ 3671707 w 7200227"/>
                <a:gd name="connsiteY1" fmla="*/ 30683 h 4336501"/>
                <a:gd name="connsiteX2" fmla="*/ 3561249 w 7200227"/>
                <a:gd name="connsiteY2" fmla="*/ 30683 h 4336501"/>
                <a:gd name="connsiteX3" fmla="*/ 259781 w 7200227"/>
                <a:gd name="connsiteY3" fmla="*/ 30683 h 4336501"/>
                <a:gd name="connsiteX4" fmla="*/ 30683 w 7200227"/>
                <a:gd name="connsiteY4" fmla="*/ 231144 h 4336501"/>
                <a:gd name="connsiteX5" fmla="*/ 30683 w 7200227"/>
                <a:gd name="connsiteY5" fmla="*/ 4330365 h 4336501"/>
                <a:gd name="connsiteX6" fmla="*/ 7185909 w 7200227"/>
                <a:gd name="connsiteY6" fmla="*/ 4330365 h 4336501"/>
                <a:gd name="connsiteX7" fmla="*/ 7185909 w 7200227"/>
                <a:gd name="connsiteY7" fmla="*/ 231144 h 4336501"/>
                <a:gd name="connsiteX8" fmla="*/ 6973175 w 7200227"/>
                <a:gd name="connsiteY8" fmla="*/ 30683 h 433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4336501">
                  <a:moveTo>
                    <a:pt x="6973175" y="30683"/>
                  </a:moveTo>
                  <a:lnTo>
                    <a:pt x="3671707" y="30683"/>
                  </a:lnTo>
                  <a:lnTo>
                    <a:pt x="3561249" y="30683"/>
                  </a:lnTo>
                  <a:lnTo>
                    <a:pt x="259781" y="30683"/>
                  </a:lnTo>
                  <a:cubicBezTo>
                    <a:pt x="141141" y="30683"/>
                    <a:pt x="30683" y="112504"/>
                    <a:pt x="30683" y="231144"/>
                  </a:cubicBezTo>
                  <a:lnTo>
                    <a:pt x="30683" y="4330365"/>
                  </a:lnTo>
                  <a:lnTo>
                    <a:pt x="7185909" y="4330365"/>
                  </a:lnTo>
                  <a:lnTo>
                    <a:pt x="7185909" y="231144"/>
                  </a:lnTo>
                  <a:cubicBezTo>
                    <a:pt x="7185909" y="112504"/>
                    <a:pt x="7091815" y="30683"/>
                    <a:pt x="6973175" y="30683"/>
                  </a:cubicBezTo>
                  <a:close/>
                </a:path>
              </a:pathLst>
            </a:custGeom>
            <a:solidFill>
              <a:srgbClr val="231F20"/>
            </a:solidFill>
            <a:ln w="9525" cap="flat">
              <a:noFill/>
              <a:prstDash val="solid"/>
              <a:miter/>
            </a:ln>
          </p:spPr>
          <p:txBody>
            <a:bodyPr rtlCol="0" anchor="ctr"/>
            <a:lstStyle/>
            <a:p>
              <a:endParaRPr lang="en-US" dirty="0"/>
            </a:p>
          </p:txBody>
        </p:sp>
        <p:sp>
          <p:nvSpPr>
            <p:cNvPr id="8" name="Freeform: Shape 7">
              <a:extLst>
                <a:ext uri="{FF2B5EF4-FFF2-40B4-BE49-F238E27FC236}">
                  <a16:creationId xmlns:a16="http://schemas.microsoft.com/office/drawing/2014/main" id="{B6645D54-179C-4774-B288-64C7444A28D1}"/>
                </a:ext>
              </a:extLst>
            </p:cNvPr>
            <p:cNvSpPr/>
            <p:nvPr/>
          </p:nvSpPr>
          <p:spPr>
            <a:xfrm>
              <a:off x="4968919" y="6159768"/>
              <a:ext cx="2168250" cy="122731"/>
            </a:xfrm>
            <a:custGeom>
              <a:avLst/>
              <a:gdLst>
                <a:gd name="connsiteX0" fmla="*/ 30683 w 2168250"/>
                <a:gd name="connsiteY0" fmla="*/ 34774 h 122731"/>
                <a:gd name="connsiteX1" fmla="*/ 30683 w 2168250"/>
                <a:gd name="connsiteY1" fmla="*/ 34774 h 122731"/>
                <a:gd name="connsiteX2" fmla="*/ 30683 w 2168250"/>
                <a:gd name="connsiteY2" fmla="*/ 38865 h 122731"/>
                <a:gd name="connsiteX3" fmla="*/ 30683 w 2168250"/>
                <a:gd name="connsiteY3" fmla="*/ 38865 h 122731"/>
                <a:gd name="connsiteX4" fmla="*/ 263872 w 2168250"/>
                <a:gd name="connsiteY4" fmla="*/ 96140 h 122731"/>
                <a:gd name="connsiteX5" fmla="*/ 1069807 w 2168250"/>
                <a:gd name="connsiteY5" fmla="*/ 96140 h 122731"/>
                <a:gd name="connsiteX6" fmla="*/ 1118899 w 2168250"/>
                <a:gd name="connsiteY6" fmla="*/ 96140 h 122731"/>
                <a:gd name="connsiteX7" fmla="*/ 1924834 w 2168250"/>
                <a:gd name="connsiteY7" fmla="*/ 96140 h 122731"/>
                <a:gd name="connsiteX8" fmla="*/ 2153932 w 2168250"/>
                <a:gd name="connsiteY8" fmla="*/ 30683 h 122731"/>
                <a:gd name="connsiteX9" fmla="*/ 2137568 w 2168250"/>
                <a:gd name="connsiteY9" fmla="*/ 30683 h 122731"/>
                <a:gd name="connsiteX10" fmla="*/ 2137568 w 2168250"/>
                <a:gd name="connsiteY10" fmla="*/ 30683 h 122731"/>
                <a:gd name="connsiteX11" fmla="*/ 30683 w 2168250"/>
                <a:gd name="connsiteY11" fmla="*/ 30683 h 122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8250" h="122731">
                  <a:moveTo>
                    <a:pt x="30683" y="34774"/>
                  </a:moveTo>
                  <a:lnTo>
                    <a:pt x="30683" y="34774"/>
                  </a:lnTo>
                  <a:cubicBezTo>
                    <a:pt x="30683" y="38865"/>
                    <a:pt x="30683" y="38865"/>
                    <a:pt x="30683" y="38865"/>
                  </a:cubicBezTo>
                  <a:lnTo>
                    <a:pt x="30683" y="38865"/>
                  </a:lnTo>
                  <a:cubicBezTo>
                    <a:pt x="30683" y="79775"/>
                    <a:pt x="96139" y="96140"/>
                    <a:pt x="263872" y="96140"/>
                  </a:cubicBezTo>
                  <a:cubicBezTo>
                    <a:pt x="591155" y="96140"/>
                    <a:pt x="942984" y="96140"/>
                    <a:pt x="1069807" y="96140"/>
                  </a:cubicBezTo>
                  <a:cubicBezTo>
                    <a:pt x="1102535" y="96140"/>
                    <a:pt x="1118899" y="96140"/>
                    <a:pt x="1118899" y="96140"/>
                  </a:cubicBezTo>
                  <a:cubicBezTo>
                    <a:pt x="1249812" y="96140"/>
                    <a:pt x="1601642" y="96140"/>
                    <a:pt x="1924834" y="96140"/>
                  </a:cubicBezTo>
                  <a:cubicBezTo>
                    <a:pt x="2092566" y="96140"/>
                    <a:pt x="2149841" y="75684"/>
                    <a:pt x="2153932" y="30683"/>
                  </a:cubicBezTo>
                  <a:lnTo>
                    <a:pt x="2137568" y="30683"/>
                  </a:lnTo>
                  <a:lnTo>
                    <a:pt x="2137568" y="30683"/>
                  </a:lnTo>
                  <a:lnTo>
                    <a:pt x="30683" y="30683"/>
                  </a:lnTo>
                  <a:close/>
                </a:path>
              </a:pathLst>
            </a:custGeom>
            <a:solidFill>
              <a:schemeClr val="tx1">
                <a:lumMod val="50000"/>
                <a:lumOff val="50000"/>
              </a:schemeClr>
            </a:solidFill>
            <a:ln w="9525" cap="flat">
              <a:no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A808D49B-D73E-40C0-9DE2-734C87F4ED4A}"/>
                </a:ext>
              </a:extLst>
            </p:cNvPr>
            <p:cNvSpPr/>
            <p:nvPr/>
          </p:nvSpPr>
          <p:spPr>
            <a:xfrm>
              <a:off x="2481568" y="4903820"/>
              <a:ext cx="7200228" cy="572745"/>
            </a:xfrm>
            <a:custGeom>
              <a:avLst/>
              <a:gdLst>
                <a:gd name="connsiteX0" fmla="*/ 30683 w 7200227"/>
                <a:gd name="connsiteY0" fmla="*/ 362057 h 572745"/>
                <a:gd name="connsiteX1" fmla="*/ 259781 w 7200227"/>
                <a:gd name="connsiteY1" fmla="*/ 562518 h 572745"/>
                <a:gd name="connsiteX2" fmla="*/ 3561249 w 7200227"/>
                <a:gd name="connsiteY2" fmla="*/ 562518 h 572745"/>
                <a:gd name="connsiteX3" fmla="*/ 3671707 w 7200227"/>
                <a:gd name="connsiteY3" fmla="*/ 562518 h 572745"/>
                <a:gd name="connsiteX4" fmla="*/ 6973175 w 7200227"/>
                <a:gd name="connsiteY4" fmla="*/ 562518 h 572745"/>
                <a:gd name="connsiteX5" fmla="*/ 7185909 w 7200227"/>
                <a:gd name="connsiteY5" fmla="*/ 362057 h 572745"/>
                <a:gd name="connsiteX6" fmla="*/ 7185909 w 7200227"/>
                <a:gd name="connsiteY6" fmla="*/ 30683 h 572745"/>
                <a:gd name="connsiteX7" fmla="*/ 30683 w 7200227"/>
                <a:gd name="connsiteY7" fmla="*/ 30683 h 572745"/>
                <a:gd name="connsiteX8" fmla="*/ 30683 w 7200227"/>
                <a:gd name="connsiteY8" fmla="*/ 362057 h 572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572745">
                  <a:moveTo>
                    <a:pt x="30683" y="362057"/>
                  </a:moveTo>
                  <a:cubicBezTo>
                    <a:pt x="30683" y="464333"/>
                    <a:pt x="141141" y="562518"/>
                    <a:pt x="259781" y="562518"/>
                  </a:cubicBezTo>
                  <a:lnTo>
                    <a:pt x="3561249" y="562518"/>
                  </a:lnTo>
                  <a:lnTo>
                    <a:pt x="3671707" y="562518"/>
                  </a:lnTo>
                  <a:lnTo>
                    <a:pt x="6973175" y="562518"/>
                  </a:lnTo>
                  <a:cubicBezTo>
                    <a:pt x="7091815" y="562518"/>
                    <a:pt x="7185909" y="464333"/>
                    <a:pt x="7185909" y="362057"/>
                  </a:cubicBezTo>
                  <a:lnTo>
                    <a:pt x="7185909" y="30683"/>
                  </a:lnTo>
                  <a:lnTo>
                    <a:pt x="30683" y="30683"/>
                  </a:lnTo>
                  <a:lnTo>
                    <a:pt x="30683" y="362057"/>
                  </a:lnTo>
                  <a:close/>
                </a:path>
              </a:pathLst>
            </a:custGeom>
            <a:solidFill>
              <a:schemeClr val="bg1">
                <a:lumMod val="75000"/>
              </a:schemeClr>
            </a:solid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D5EBDA67-1D35-469F-A9BB-2048D0B74D78}"/>
                </a:ext>
              </a:extLst>
            </p:cNvPr>
            <p:cNvSpPr/>
            <p:nvPr/>
          </p:nvSpPr>
          <p:spPr>
            <a:xfrm>
              <a:off x="2747714" y="910966"/>
              <a:ext cx="6676116" cy="3763756"/>
            </a:xfrm>
            <a:custGeom>
              <a:avLst/>
              <a:gdLst>
                <a:gd name="connsiteX0" fmla="*/ 30683 w 6586571"/>
                <a:gd name="connsiteY0" fmla="*/ 30683 h 3763755"/>
                <a:gd name="connsiteX1" fmla="*/ 6564071 w 6586571"/>
                <a:gd name="connsiteY1" fmla="*/ 30683 h 3763755"/>
                <a:gd name="connsiteX2" fmla="*/ 6564071 w 6586571"/>
                <a:gd name="connsiteY2" fmla="*/ 3753528 h 3763755"/>
                <a:gd name="connsiteX3" fmla="*/ 30683 w 6586571"/>
                <a:gd name="connsiteY3" fmla="*/ 3753528 h 3763755"/>
              </a:gdLst>
              <a:ahLst/>
              <a:cxnLst>
                <a:cxn ang="0">
                  <a:pos x="connsiteX0" y="connsiteY0"/>
                </a:cxn>
                <a:cxn ang="0">
                  <a:pos x="connsiteX1" y="connsiteY1"/>
                </a:cxn>
                <a:cxn ang="0">
                  <a:pos x="connsiteX2" y="connsiteY2"/>
                </a:cxn>
                <a:cxn ang="0">
                  <a:pos x="connsiteX3" y="connsiteY3"/>
                </a:cxn>
              </a:cxnLst>
              <a:rect l="l" t="t" r="r" b="b"/>
              <a:pathLst>
                <a:path w="6586571" h="3763755">
                  <a:moveTo>
                    <a:pt x="30683" y="30683"/>
                  </a:moveTo>
                  <a:lnTo>
                    <a:pt x="6564071" y="30683"/>
                  </a:lnTo>
                  <a:lnTo>
                    <a:pt x="6564071" y="3753528"/>
                  </a:lnTo>
                  <a:lnTo>
                    <a:pt x="30683" y="3753528"/>
                  </a:lnTo>
                  <a:close/>
                </a:path>
              </a:pathLst>
            </a:custGeom>
            <a:solidFill>
              <a:srgbClr val="F2F2F2"/>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CD33199-7220-420F-84B8-6AB5253496BF}"/>
                </a:ext>
              </a:extLst>
            </p:cNvPr>
            <p:cNvSpPr/>
            <p:nvPr/>
          </p:nvSpPr>
          <p:spPr>
            <a:xfrm>
              <a:off x="5654591" y="939518"/>
              <a:ext cx="3769239" cy="3736342"/>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12" name="그림 개체 틀 2">
            <a:extLst>
              <a:ext uri="{FF2B5EF4-FFF2-40B4-BE49-F238E27FC236}">
                <a16:creationId xmlns:a16="http://schemas.microsoft.com/office/drawing/2014/main" id="{6D5018D5-E1C2-400A-8EA3-9D56FD670CFC}"/>
              </a:ext>
            </a:extLst>
          </p:cNvPr>
          <p:cNvSpPr>
            <a:spLocks noGrp="1"/>
          </p:cNvSpPr>
          <p:nvPr>
            <p:ph type="pic" sz="quarter" idx="14" hasCustomPrompt="1"/>
          </p:nvPr>
        </p:nvSpPr>
        <p:spPr>
          <a:xfrm>
            <a:off x="7200473" y="2541394"/>
            <a:ext cx="4108512" cy="2372307"/>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defRPr>
            </a:lvl1pPr>
          </a:lstStyle>
          <a:p>
            <a:r>
              <a:rPr lang="en-US" altLang="ko-KR" dirty="0"/>
              <a:t>Place Your Picture Here</a:t>
            </a:r>
            <a:endParaRPr lang="ko-KR" altLang="en-US" dirty="0"/>
          </a:p>
        </p:txBody>
      </p:sp>
      <p:sp>
        <p:nvSpPr>
          <p:cNvPr id="13" name="Text Placeholder 9">
            <a:extLst>
              <a:ext uri="{FF2B5EF4-FFF2-40B4-BE49-F238E27FC236}">
                <a16:creationId xmlns:a16="http://schemas.microsoft.com/office/drawing/2014/main" id="{8CC03A55-E124-4931-9F15-6129FFD1765B}"/>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538091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0271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_Contents slide layout">
    <p:spTree>
      <p:nvGrpSpPr>
        <p:cNvPr id="1" name=""/>
        <p:cNvGrpSpPr/>
        <p:nvPr/>
      </p:nvGrpSpPr>
      <p:grpSpPr>
        <a:xfrm>
          <a:off x="0" y="0"/>
          <a:ext cx="0" cy="0"/>
          <a:chOff x="0" y="0"/>
          <a:chExt cx="0" cy="0"/>
        </a:xfrm>
      </p:grpSpPr>
      <p:sp>
        <p:nvSpPr>
          <p:cNvPr id="2" name="그림 개체 틀 2">
            <a:extLst>
              <a:ext uri="{FF2B5EF4-FFF2-40B4-BE49-F238E27FC236}">
                <a16:creationId xmlns:a16="http://schemas.microsoft.com/office/drawing/2014/main" id="{9950FBB0-3B3F-4C35-A600-1410C1F5E130}"/>
              </a:ext>
            </a:extLst>
          </p:cNvPr>
          <p:cNvSpPr>
            <a:spLocks noGrp="1"/>
          </p:cNvSpPr>
          <p:nvPr>
            <p:ph type="pic" sz="quarter" idx="14" hasCustomPrompt="1"/>
          </p:nvPr>
        </p:nvSpPr>
        <p:spPr>
          <a:xfrm>
            <a:off x="6096000" y="0"/>
            <a:ext cx="6096000" cy="6858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defRPr>
            </a:lvl1pPr>
          </a:lstStyle>
          <a:p>
            <a:r>
              <a:rPr lang="en-US" altLang="ko-KR" dirty="0"/>
              <a:t>Place Your Picture Here And Send To Back</a:t>
            </a:r>
            <a:endParaRPr lang="ko-KR" altLang="en-US" dirty="0"/>
          </a:p>
        </p:txBody>
      </p:sp>
    </p:spTree>
    <p:extLst>
      <p:ext uri="{BB962C8B-B14F-4D97-AF65-F5344CB8AC3E}">
        <p14:creationId xmlns:p14="http://schemas.microsoft.com/office/powerpoint/2010/main" val="38299655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33375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_Contents slide layout">
    <p:spTree>
      <p:nvGrpSpPr>
        <p:cNvPr id="1" name=""/>
        <p:cNvGrpSpPr/>
        <p:nvPr/>
      </p:nvGrpSpPr>
      <p:grpSpPr>
        <a:xfrm>
          <a:off x="0" y="0"/>
          <a:ext cx="0" cy="0"/>
          <a:chOff x="0" y="0"/>
          <a:chExt cx="0" cy="0"/>
        </a:xfrm>
      </p:grpSpPr>
      <p:sp>
        <p:nvSpPr>
          <p:cNvPr id="2" name="그림 개체 틀 2">
            <a:extLst>
              <a:ext uri="{FF2B5EF4-FFF2-40B4-BE49-F238E27FC236}">
                <a16:creationId xmlns:a16="http://schemas.microsoft.com/office/drawing/2014/main" id="{7E10831A-AB0B-4587-98AD-C98ADF8864CD}"/>
              </a:ext>
            </a:extLst>
          </p:cNvPr>
          <p:cNvSpPr>
            <a:spLocks noGrp="1"/>
          </p:cNvSpPr>
          <p:nvPr>
            <p:ph type="pic" sz="quarter" idx="14" hasCustomPrompt="1"/>
          </p:nvPr>
        </p:nvSpPr>
        <p:spPr>
          <a:xfrm>
            <a:off x="0" y="-1"/>
            <a:ext cx="12192000" cy="3950899"/>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defRPr>
            </a:lvl1pPr>
          </a:lstStyle>
          <a:p>
            <a:r>
              <a:rPr lang="en-US" altLang="ko-KR" dirty="0"/>
              <a:t>Place Your Picture Here And Send To Back</a:t>
            </a:r>
            <a:endParaRPr lang="ko-KR" altLang="en-US" dirty="0"/>
          </a:p>
        </p:txBody>
      </p:sp>
    </p:spTree>
    <p:extLst>
      <p:ext uri="{BB962C8B-B14F-4D97-AF65-F5344CB8AC3E}">
        <p14:creationId xmlns:p14="http://schemas.microsoft.com/office/powerpoint/2010/main" val="4452355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83048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5_Contents slide layout">
    <p:spTree>
      <p:nvGrpSpPr>
        <p:cNvPr id="1" name=""/>
        <p:cNvGrpSpPr/>
        <p:nvPr/>
      </p:nvGrpSpPr>
      <p:grpSpPr>
        <a:xfrm>
          <a:off x="0" y="0"/>
          <a:ext cx="0" cy="0"/>
          <a:chOff x="0" y="0"/>
          <a:chExt cx="0" cy="0"/>
        </a:xfrm>
      </p:grpSpPr>
      <p:sp>
        <p:nvSpPr>
          <p:cNvPr id="2" name="Frame 1">
            <a:extLst>
              <a:ext uri="{FF2B5EF4-FFF2-40B4-BE49-F238E27FC236}">
                <a16:creationId xmlns:a16="http://schemas.microsoft.com/office/drawing/2014/main" id="{F03643FF-20B4-4A0D-9867-3731EBB88DEC}"/>
              </a:ext>
            </a:extLst>
          </p:cNvPr>
          <p:cNvSpPr/>
          <p:nvPr userDrawn="1"/>
        </p:nvSpPr>
        <p:spPr>
          <a:xfrm>
            <a:off x="356152" y="473558"/>
            <a:ext cx="11479696" cy="5910884"/>
          </a:xfrm>
          <a:prstGeom prst="frame">
            <a:avLst>
              <a:gd name="adj1" fmla="val 584"/>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그림 개체 틀 2">
            <a:extLst>
              <a:ext uri="{FF2B5EF4-FFF2-40B4-BE49-F238E27FC236}">
                <a16:creationId xmlns:a16="http://schemas.microsoft.com/office/drawing/2014/main" id="{74523200-C4F6-4FDD-BA5E-DB235F4D0228}"/>
              </a:ext>
            </a:extLst>
          </p:cNvPr>
          <p:cNvSpPr>
            <a:spLocks noGrp="1"/>
          </p:cNvSpPr>
          <p:nvPr>
            <p:ph type="pic" sz="quarter" idx="14" hasCustomPrompt="1"/>
          </p:nvPr>
        </p:nvSpPr>
        <p:spPr>
          <a:xfrm>
            <a:off x="648128" y="258417"/>
            <a:ext cx="10895743" cy="3687417"/>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600" dirty="0">
                <a:solidFill>
                  <a:schemeClr val="tx1">
                    <a:lumMod val="75000"/>
                    <a:lumOff val="25000"/>
                  </a:schemeClr>
                </a:solidFill>
              </a:defRPr>
            </a:lvl1pPr>
          </a:lstStyle>
          <a:p>
            <a:pPr marL="0" lvl="0" algn="ctr"/>
            <a:r>
              <a:rPr lang="en-US" altLang="ko-KR" dirty="0"/>
              <a:t>Place Your Picture Here </a:t>
            </a:r>
          </a:p>
        </p:txBody>
      </p:sp>
    </p:spTree>
    <p:extLst>
      <p:ext uri="{BB962C8B-B14F-4D97-AF65-F5344CB8AC3E}">
        <p14:creationId xmlns:p14="http://schemas.microsoft.com/office/powerpoint/2010/main" val="3695333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7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12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3086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2482"/>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11204569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354010" y="1131591"/>
            <a:ext cx="3560767" cy="5402561"/>
          </a:xfrm>
          <a:prstGeom prst="roundRect">
            <a:avLst>
              <a:gd name="adj" fmla="val 39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33920018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00110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CD19FB2-3AAB-4D03-B13A-2960828C78E3}" type="datetimeFigureOut">
              <a:rPr lang="en-US" smtClean="0"/>
              <a:t>4/6/2026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07431657"/>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916976-5D93-46E4-A98A-FAD63E4D0EA8}" type="datetimeFigureOut">
              <a:rPr lang="en-US" smtClean="0"/>
              <a:t>4/6/2026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51058485"/>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39F4F5-F4D2-4D2A-AB60-88D37ADCB869}" type="datetimeFigureOut">
              <a:rPr lang="en-US" smtClean="0"/>
              <a:t>4/6/2026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05517677"/>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D23BC6CE-6D1E-47E5-8859-F31AC5380EB2}" type="datetimeFigureOut">
              <a:rPr lang="en-US" smtClean="0"/>
              <a:t>4/6/2026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31094606"/>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B1B4E7C4-4DA4-404D-9965-B13F2DD7D8BF}" type="datetimeFigureOut">
              <a:rPr lang="en-US" smtClean="0"/>
              <a:t>4/6/2026</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7275283"/>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476FB7AA-4A53-424F-AD41-70827B6504BA}" type="datetimeFigureOut">
              <a:rPr lang="en-US" smtClean="0"/>
              <a:t>4/6/2026</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50151297"/>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E7884882-FB12-4BC8-9960-9AD8104D7FAE}" type="datetimeFigureOut">
              <a:rPr lang="en-US" smtClean="0"/>
              <a:t>4/6/2026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28599800"/>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F7D1BD23-6E54-4D9D-AD88-A2813C73CC25}" type="datetimeFigureOut">
              <a:rPr lang="en-US" smtClean="0"/>
              <a:t>4/6/2026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81897954"/>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50000"/>
              <a:lumOff val="5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1471A834-4F3C-4AF9-9C74-05EC35A0F292}" type="datetimeFigureOut">
              <a:rPr lang="en-US" smtClean="0"/>
              <a:t>4/6/2026</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36332859"/>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DED02AE-B9A4-47BD-AF8E-97E16144138B}" type="datetimeFigureOut">
              <a:rPr lang="en-US" smtClean="0"/>
              <a:t>4/6/2026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84084139"/>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F0FD78B-DB02-4362-BCDC-98A55456977C}" type="datetimeFigureOut">
              <a:rPr lang="en-US" smtClean="0"/>
              <a:t>4/6/2026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96817506"/>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997694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25778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99206-8460-00D6-B50E-9FB022CDB7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27A4019-D0F1-B0EA-B373-3E4DCBCBE9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A0615E3-DD4B-7144-0B27-440C3E0CE694}"/>
              </a:ext>
            </a:extLst>
          </p:cNvPr>
          <p:cNvSpPr>
            <a:spLocks noGrp="1"/>
          </p:cNvSpPr>
          <p:nvPr>
            <p:ph type="dt" sz="half" idx="10"/>
          </p:nvPr>
        </p:nvSpPr>
        <p:spPr/>
        <p:txBody>
          <a:bodyPr/>
          <a:lstStyle/>
          <a:p>
            <a:fld id="{E5272DFF-BC94-4338-93EF-3E9F3211E955}" type="datetimeFigureOut">
              <a:rPr lang="en-US" smtClean="0"/>
              <a:t>4/6/2026</a:t>
            </a:fld>
            <a:endParaRPr lang="en-US"/>
          </a:p>
        </p:txBody>
      </p:sp>
      <p:sp>
        <p:nvSpPr>
          <p:cNvPr id="5" name="Footer Placeholder 4">
            <a:extLst>
              <a:ext uri="{FF2B5EF4-FFF2-40B4-BE49-F238E27FC236}">
                <a16:creationId xmlns:a16="http://schemas.microsoft.com/office/drawing/2014/main" id="{518046DD-B44C-DF72-44E9-F8A9BB1B20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6F05AC-4478-D9BD-ADED-407D6209BCC1}"/>
              </a:ext>
            </a:extLst>
          </p:cNvPr>
          <p:cNvSpPr>
            <a:spLocks noGrp="1"/>
          </p:cNvSpPr>
          <p:nvPr>
            <p:ph type="sldNum" sz="quarter" idx="12"/>
          </p:nvPr>
        </p:nvSpPr>
        <p:spPr/>
        <p:txBody>
          <a:bodyPr/>
          <a:lstStyle/>
          <a:p>
            <a:fld id="{7532B130-D234-4A7A-B146-E566CF851299}" type="slidenum">
              <a:rPr lang="en-US" smtClean="0"/>
              <a:t>‹#›</a:t>
            </a:fld>
            <a:endParaRPr lang="en-US"/>
          </a:p>
        </p:txBody>
      </p:sp>
    </p:spTree>
    <p:extLst>
      <p:ext uri="{BB962C8B-B14F-4D97-AF65-F5344CB8AC3E}">
        <p14:creationId xmlns:p14="http://schemas.microsoft.com/office/powerpoint/2010/main" val="814841869"/>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36662-FDE6-ED82-79F2-CE150205E3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2AC209-9C47-8DCE-41FE-F885ACE563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1D2D20-3110-42F0-0613-86A45BB4CF01}"/>
              </a:ext>
            </a:extLst>
          </p:cNvPr>
          <p:cNvSpPr>
            <a:spLocks noGrp="1"/>
          </p:cNvSpPr>
          <p:nvPr>
            <p:ph type="dt" sz="half" idx="10"/>
          </p:nvPr>
        </p:nvSpPr>
        <p:spPr/>
        <p:txBody>
          <a:bodyPr/>
          <a:lstStyle/>
          <a:p>
            <a:fld id="{E5272DFF-BC94-4338-93EF-3E9F3211E955}" type="datetimeFigureOut">
              <a:rPr lang="en-US" smtClean="0"/>
              <a:t>4/6/2026</a:t>
            </a:fld>
            <a:endParaRPr lang="en-US"/>
          </a:p>
        </p:txBody>
      </p:sp>
      <p:sp>
        <p:nvSpPr>
          <p:cNvPr id="5" name="Footer Placeholder 4">
            <a:extLst>
              <a:ext uri="{FF2B5EF4-FFF2-40B4-BE49-F238E27FC236}">
                <a16:creationId xmlns:a16="http://schemas.microsoft.com/office/drawing/2014/main" id="{CF7444B6-2AD9-65D5-A7E8-70A446FD68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719B03-F644-38CD-C810-019EDF0D2E26}"/>
              </a:ext>
            </a:extLst>
          </p:cNvPr>
          <p:cNvSpPr>
            <a:spLocks noGrp="1"/>
          </p:cNvSpPr>
          <p:nvPr>
            <p:ph type="sldNum" sz="quarter" idx="12"/>
          </p:nvPr>
        </p:nvSpPr>
        <p:spPr/>
        <p:txBody>
          <a:bodyPr/>
          <a:lstStyle/>
          <a:p>
            <a:fld id="{7532B130-D234-4A7A-B146-E566CF851299}" type="slidenum">
              <a:rPr lang="en-US" smtClean="0"/>
              <a:t>‹#›</a:t>
            </a:fld>
            <a:endParaRPr lang="en-US"/>
          </a:p>
        </p:txBody>
      </p:sp>
    </p:spTree>
    <p:extLst>
      <p:ext uri="{BB962C8B-B14F-4D97-AF65-F5344CB8AC3E}">
        <p14:creationId xmlns:p14="http://schemas.microsoft.com/office/powerpoint/2010/main" val="447262723"/>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B06A7-012F-D755-51E1-BF498E3E44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B01B276-FEAB-5F05-FA3A-C15F14988D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145AD2E-5B2B-0D3E-1C42-4C827A58E2EF}"/>
              </a:ext>
            </a:extLst>
          </p:cNvPr>
          <p:cNvSpPr>
            <a:spLocks noGrp="1"/>
          </p:cNvSpPr>
          <p:nvPr>
            <p:ph type="dt" sz="half" idx="10"/>
          </p:nvPr>
        </p:nvSpPr>
        <p:spPr/>
        <p:txBody>
          <a:bodyPr/>
          <a:lstStyle/>
          <a:p>
            <a:fld id="{E5272DFF-BC94-4338-93EF-3E9F3211E955}" type="datetimeFigureOut">
              <a:rPr lang="en-US" smtClean="0"/>
              <a:t>4/6/2026</a:t>
            </a:fld>
            <a:endParaRPr lang="en-US"/>
          </a:p>
        </p:txBody>
      </p:sp>
      <p:sp>
        <p:nvSpPr>
          <p:cNvPr id="5" name="Footer Placeholder 4">
            <a:extLst>
              <a:ext uri="{FF2B5EF4-FFF2-40B4-BE49-F238E27FC236}">
                <a16:creationId xmlns:a16="http://schemas.microsoft.com/office/drawing/2014/main" id="{4BCECA22-489C-CB6E-8A53-2ED2493DB9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72B3AD-0303-9016-EC87-E6929DC98B90}"/>
              </a:ext>
            </a:extLst>
          </p:cNvPr>
          <p:cNvSpPr>
            <a:spLocks noGrp="1"/>
          </p:cNvSpPr>
          <p:nvPr>
            <p:ph type="sldNum" sz="quarter" idx="12"/>
          </p:nvPr>
        </p:nvSpPr>
        <p:spPr/>
        <p:txBody>
          <a:bodyPr/>
          <a:lstStyle/>
          <a:p>
            <a:fld id="{7532B130-D234-4A7A-B146-E566CF851299}" type="slidenum">
              <a:rPr lang="en-US" smtClean="0"/>
              <a:t>‹#›</a:t>
            </a:fld>
            <a:endParaRPr lang="en-US"/>
          </a:p>
        </p:txBody>
      </p:sp>
    </p:spTree>
    <p:extLst>
      <p:ext uri="{BB962C8B-B14F-4D97-AF65-F5344CB8AC3E}">
        <p14:creationId xmlns:p14="http://schemas.microsoft.com/office/powerpoint/2010/main" val="1525065431"/>
      </p:ext>
    </p:extLst>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16C31-5039-4F52-6A94-182320F6EA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1D07CF-FD04-8C53-0E0A-DE37216283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28F22DC-8F4F-4DC2-BBA1-86C18BCBBB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BB322BE-366A-DB67-7708-082E083807A0}"/>
              </a:ext>
            </a:extLst>
          </p:cNvPr>
          <p:cNvSpPr>
            <a:spLocks noGrp="1"/>
          </p:cNvSpPr>
          <p:nvPr>
            <p:ph type="dt" sz="half" idx="10"/>
          </p:nvPr>
        </p:nvSpPr>
        <p:spPr/>
        <p:txBody>
          <a:bodyPr/>
          <a:lstStyle/>
          <a:p>
            <a:fld id="{E5272DFF-BC94-4338-93EF-3E9F3211E955}" type="datetimeFigureOut">
              <a:rPr lang="en-US" smtClean="0"/>
              <a:t>4/6/2026</a:t>
            </a:fld>
            <a:endParaRPr lang="en-US"/>
          </a:p>
        </p:txBody>
      </p:sp>
      <p:sp>
        <p:nvSpPr>
          <p:cNvPr id="6" name="Footer Placeholder 5">
            <a:extLst>
              <a:ext uri="{FF2B5EF4-FFF2-40B4-BE49-F238E27FC236}">
                <a16:creationId xmlns:a16="http://schemas.microsoft.com/office/drawing/2014/main" id="{91307393-B4E4-77FE-8865-BAD50C2374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AF1BBA-A612-A7FA-7EE8-6019EAB4211C}"/>
              </a:ext>
            </a:extLst>
          </p:cNvPr>
          <p:cNvSpPr>
            <a:spLocks noGrp="1"/>
          </p:cNvSpPr>
          <p:nvPr>
            <p:ph type="sldNum" sz="quarter" idx="12"/>
          </p:nvPr>
        </p:nvSpPr>
        <p:spPr/>
        <p:txBody>
          <a:bodyPr/>
          <a:lstStyle/>
          <a:p>
            <a:fld id="{7532B130-D234-4A7A-B146-E566CF851299}" type="slidenum">
              <a:rPr lang="en-US" smtClean="0"/>
              <a:t>‹#›</a:t>
            </a:fld>
            <a:endParaRPr lang="en-US"/>
          </a:p>
        </p:txBody>
      </p:sp>
    </p:spTree>
    <p:extLst>
      <p:ext uri="{BB962C8B-B14F-4D97-AF65-F5344CB8AC3E}">
        <p14:creationId xmlns:p14="http://schemas.microsoft.com/office/powerpoint/2010/main" val="1193272091"/>
      </p:ext>
    </p:extLst>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8C7F0-A3EE-F8B0-97F6-D72FC087EF6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9F1D24F-008E-0F9D-D76F-035E0F616C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3CABD4-1F7D-975B-325E-462CCB9C21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6CADB71-0FEA-68A8-DB5B-6F89FF87F3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05135B-2D01-855F-74F6-7F92680F2F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EB5E49D-3B83-B6F1-FB06-344EA86CAEAF}"/>
              </a:ext>
            </a:extLst>
          </p:cNvPr>
          <p:cNvSpPr>
            <a:spLocks noGrp="1"/>
          </p:cNvSpPr>
          <p:nvPr>
            <p:ph type="dt" sz="half" idx="10"/>
          </p:nvPr>
        </p:nvSpPr>
        <p:spPr/>
        <p:txBody>
          <a:bodyPr/>
          <a:lstStyle/>
          <a:p>
            <a:fld id="{E5272DFF-BC94-4338-93EF-3E9F3211E955}" type="datetimeFigureOut">
              <a:rPr lang="en-US" smtClean="0"/>
              <a:t>4/6/2026</a:t>
            </a:fld>
            <a:endParaRPr lang="en-US"/>
          </a:p>
        </p:txBody>
      </p:sp>
      <p:sp>
        <p:nvSpPr>
          <p:cNvPr id="8" name="Footer Placeholder 7">
            <a:extLst>
              <a:ext uri="{FF2B5EF4-FFF2-40B4-BE49-F238E27FC236}">
                <a16:creationId xmlns:a16="http://schemas.microsoft.com/office/drawing/2014/main" id="{1AF555A7-2308-9C9A-DC81-650F2638C0E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0281DB6-D0B0-FD0D-9731-B70F6810A11D}"/>
              </a:ext>
            </a:extLst>
          </p:cNvPr>
          <p:cNvSpPr>
            <a:spLocks noGrp="1"/>
          </p:cNvSpPr>
          <p:nvPr>
            <p:ph type="sldNum" sz="quarter" idx="12"/>
          </p:nvPr>
        </p:nvSpPr>
        <p:spPr/>
        <p:txBody>
          <a:bodyPr/>
          <a:lstStyle/>
          <a:p>
            <a:fld id="{7532B130-D234-4A7A-B146-E566CF851299}" type="slidenum">
              <a:rPr lang="en-US" smtClean="0"/>
              <a:t>‹#›</a:t>
            </a:fld>
            <a:endParaRPr lang="en-US"/>
          </a:p>
        </p:txBody>
      </p:sp>
    </p:spTree>
    <p:extLst>
      <p:ext uri="{BB962C8B-B14F-4D97-AF65-F5344CB8AC3E}">
        <p14:creationId xmlns:p14="http://schemas.microsoft.com/office/powerpoint/2010/main" val="3692946367"/>
      </p:ext>
    </p:extLst>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96095-7846-E079-F34F-BDADBD3B9F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C47FD37-2796-6F79-5A6B-6F42F383DCBB}"/>
              </a:ext>
            </a:extLst>
          </p:cNvPr>
          <p:cNvSpPr>
            <a:spLocks noGrp="1"/>
          </p:cNvSpPr>
          <p:nvPr>
            <p:ph type="dt" sz="half" idx="10"/>
          </p:nvPr>
        </p:nvSpPr>
        <p:spPr/>
        <p:txBody>
          <a:bodyPr/>
          <a:lstStyle/>
          <a:p>
            <a:fld id="{E5272DFF-BC94-4338-93EF-3E9F3211E955}" type="datetimeFigureOut">
              <a:rPr lang="en-US" smtClean="0"/>
              <a:t>4/6/2026</a:t>
            </a:fld>
            <a:endParaRPr lang="en-US"/>
          </a:p>
        </p:txBody>
      </p:sp>
      <p:sp>
        <p:nvSpPr>
          <p:cNvPr id="4" name="Footer Placeholder 3">
            <a:extLst>
              <a:ext uri="{FF2B5EF4-FFF2-40B4-BE49-F238E27FC236}">
                <a16:creationId xmlns:a16="http://schemas.microsoft.com/office/drawing/2014/main" id="{B990DDB9-72CE-1B8E-7C2A-7B7EDCFF61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5F5916-345D-F56A-580F-137FB97EC5D3}"/>
              </a:ext>
            </a:extLst>
          </p:cNvPr>
          <p:cNvSpPr>
            <a:spLocks noGrp="1"/>
          </p:cNvSpPr>
          <p:nvPr>
            <p:ph type="sldNum" sz="quarter" idx="12"/>
          </p:nvPr>
        </p:nvSpPr>
        <p:spPr/>
        <p:txBody>
          <a:bodyPr/>
          <a:lstStyle/>
          <a:p>
            <a:fld id="{7532B130-D234-4A7A-B146-E566CF851299}" type="slidenum">
              <a:rPr lang="en-US" smtClean="0"/>
              <a:t>‹#›</a:t>
            </a:fld>
            <a:endParaRPr lang="en-US"/>
          </a:p>
        </p:txBody>
      </p:sp>
    </p:spTree>
    <p:extLst>
      <p:ext uri="{BB962C8B-B14F-4D97-AF65-F5344CB8AC3E}">
        <p14:creationId xmlns:p14="http://schemas.microsoft.com/office/powerpoint/2010/main" val="1274107578"/>
      </p:ext>
    </p:extLst>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102A62-A536-DB2B-1211-45E1E1F7B284}"/>
              </a:ext>
            </a:extLst>
          </p:cNvPr>
          <p:cNvSpPr>
            <a:spLocks noGrp="1"/>
          </p:cNvSpPr>
          <p:nvPr>
            <p:ph type="dt" sz="half" idx="10"/>
          </p:nvPr>
        </p:nvSpPr>
        <p:spPr/>
        <p:txBody>
          <a:bodyPr/>
          <a:lstStyle/>
          <a:p>
            <a:fld id="{83BD2977-BAD7-4E70-A4D0-E5BAB24E0522}" type="datetimeFigureOut">
              <a:rPr lang="en-US" smtClean="0"/>
              <a:t>4/6/2026</a:t>
            </a:fld>
            <a:endParaRPr lang="en-US"/>
          </a:p>
        </p:txBody>
      </p:sp>
      <p:sp>
        <p:nvSpPr>
          <p:cNvPr id="3" name="Footer Placeholder 2">
            <a:extLst>
              <a:ext uri="{FF2B5EF4-FFF2-40B4-BE49-F238E27FC236}">
                <a16:creationId xmlns:a16="http://schemas.microsoft.com/office/drawing/2014/main" id="{CD87773D-D367-D407-1FFE-1058CE09D3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592D8FF-D4F0-1841-0C2A-07C63A598F0D}"/>
              </a:ext>
            </a:extLst>
          </p:cNvPr>
          <p:cNvSpPr>
            <a:spLocks noGrp="1"/>
          </p:cNvSpPr>
          <p:nvPr>
            <p:ph type="sldNum" sz="quarter" idx="12"/>
          </p:nvPr>
        </p:nvSpPr>
        <p:spPr/>
        <p:txBody>
          <a:bodyPr/>
          <a:lstStyle/>
          <a:p>
            <a:fld id="{C74172C3-1072-48F9-95A3-D3042937BE95}" type="slidenum">
              <a:rPr lang="en-US" smtClean="0"/>
              <a:t>‹#›</a:t>
            </a:fld>
            <a:endParaRPr lang="en-US"/>
          </a:p>
        </p:txBody>
      </p:sp>
    </p:spTree>
    <p:extLst>
      <p:ext uri="{BB962C8B-B14F-4D97-AF65-F5344CB8AC3E}">
        <p14:creationId xmlns:p14="http://schemas.microsoft.com/office/powerpoint/2010/main" val="369660029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9CD6B-D1B2-FA84-10D0-9EE8BA67ED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DD43EE-7288-B23D-25CC-4C9AC9CD44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B750D57-94D9-BDE4-BBFB-66DF685425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4A6258-38A9-2DAC-BD5B-2A1835CBB538}"/>
              </a:ext>
            </a:extLst>
          </p:cNvPr>
          <p:cNvSpPr>
            <a:spLocks noGrp="1"/>
          </p:cNvSpPr>
          <p:nvPr>
            <p:ph type="dt" sz="half" idx="10"/>
          </p:nvPr>
        </p:nvSpPr>
        <p:spPr/>
        <p:txBody>
          <a:bodyPr/>
          <a:lstStyle/>
          <a:p>
            <a:fld id="{E5272DFF-BC94-4338-93EF-3E9F3211E955}" type="datetimeFigureOut">
              <a:rPr lang="en-US" smtClean="0"/>
              <a:t>4/6/2026</a:t>
            </a:fld>
            <a:endParaRPr lang="en-US"/>
          </a:p>
        </p:txBody>
      </p:sp>
      <p:sp>
        <p:nvSpPr>
          <p:cNvPr id="6" name="Footer Placeholder 5">
            <a:extLst>
              <a:ext uri="{FF2B5EF4-FFF2-40B4-BE49-F238E27FC236}">
                <a16:creationId xmlns:a16="http://schemas.microsoft.com/office/drawing/2014/main" id="{945FCEA7-1C94-DAC7-ECA6-4AB6C6821F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C7C053-3A37-5674-12C1-C879C796F973}"/>
              </a:ext>
            </a:extLst>
          </p:cNvPr>
          <p:cNvSpPr>
            <a:spLocks noGrp="1"/>
          </p:cNvSpPr>
          <p:nvPr>
            <p:ph type="sldNum" sz="quarter" idx="12"/>
          </p:nvPr>
        </p:nvSpPr>
        <p:spPr/>
        <p:txBody>
          <a:bodyPr/>
          <a:lstStyle/>
          <a:p>
            <a:fld id="{7532B130-D234-4A7A-B146-E566CF851299}" type="slidenum">
              <a:rPr lang="en-US" smtClean="0"/>
              <a:t>‹#›</a:t>
            </a:fld>
            <a:endParaRPr lang="en-US"/>
          </a:p>
        </p:txBody>
      </p:sp>
    </p:spTree>
    <p:extLst>
      <p:ext uri="{BB962C8B-B14F-4D97-AF65-F5344CB8AC3E}">
        <p14:creationId xmlns:p14="http://schemas.microsoft.com/office/powerpoint/2010/main" val="1930635182"/>
      </p:ext>
    </p:extLst>
  </p:cSld>
  <p:clrMapOvr>
    <a:masterClrMapping/>
  </p:clrMapOvr>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9FD71-BF81-B766-D55F-C4A5964C4C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1FA2890-D359-AE5D-FCA6-B0BBC11EE6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76D6E80-4093-A30A-240E-E317894688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9C2E81-8381-D547-57B2-FA5C333871D0}"/>
              </a:ext>
            </a:extLst>
          </p:cNvPr>
          <p:cNvSpPr>
            <a:spLocks noGrp="1"/>
          </p:cNvSpPr>
          <p:nvPr>
            <p:ph type="dt" sz="half" idx="10"/>
          </p:nvPr>
        </p:nvSpPr>
        <p:spPr/>
        <p:txBody>
          <a:bodyPr/>
          <a:lstStyle/>
          <a:p>
            <a:fld id="{E5272DFF-BC94-4338-93EF-3E9F3211E955}" type="datetimeFigureOut">
              <a:rPr lang="en-US" smtClean="0"/>
              <a:t>4/6/2026</a:t>
            </a:fld>
            <a:endParaRPr lang="en-US"/>
          </a:p>
        </p:txBody>
      </p:sp>
      <p:sp>
        <p:nvSpPr>
          <p:cNvPr id="6" name="Footer Placeholder 5">
            <a:extLst>
              <a:ext uri="{FF2B5EF4-FFF2-40B4-BE49-F238E27FC236}">
                <a16:creationId xmlns:a16="http://schemas.microsoft.com/office/drawing/2014/main" id="{06AB69CD-3DC2-3237-BA56-0BDA2E3545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2F3604-19EA-FDF8-88F9-FFC46E960653}"/>
              </a:ext>
            </a:extLst>
          </p:cNvPr>
          <p:cNvSpPr>
            <a:spLocks noGrp="1"/>
          </p:cNvSpPr>
          <p:nvPr>
            <p:ph type="sldNum" sz="quarter" idx="12"/>
          </p:nvPr>
        </p:nvSpPr>
        <p:spPr/>
        <p:txBody>
          <a:bodyPr/>
          <a:lstStyle/>
          <a:p>
            <a:fld id="{7532B130-D234-4A7A-B146-E566CF851299}" type="slidenum">
              <a:rPr lang="en-US" smtClean="0"/>
              <a:t>‹#›</a:t>
            </a:fld>
            <a:endParaRPr lang="en-US"/>
          </a:p>
        </p:txBody>
      </p:sp>
    </p:spTree>
    <p:extLst>
      <p:ext uri="{BB962C8B-B14F-4D97-AF65-F5344CB8AC3E}">
        <p14:creationId xmlns:p14="http://schemas.microsoft.com/office/powerpoint/2010/main" val="256202246"/>
      </p:ext>
    </p:extLst>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E5A1B-8712-2D01-BA31-CC0D5A7DB80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9D8EC7-3974-E8BF-91DB-0CB0B5538D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FC307D-CA4D-A943-0FA7-14B9A4810898}"/>
              </a:ext>
            </a:extLst>
          </p:cNvPr>
          <p:cNvSpPr>
            <a:spLocks noGrp="1"/>
          </p:cNvSpPr>
          <p:nvPr>
            <p:ph type="dt" sz="half" idx="10"/>
          </p:nvPr>
        </p:nvSpPr>
        <p:spPr/>
        <p:txBody>
          <a:bodyPr/>
          <a:lstStyle/>
          <a:p>
            <a:fld id="{E5272DFF-BC94-4338-93EF-3E9F3211E955}" type="datetimeFigureOut">
              <a:rPr lang="en-US" smtClean="0"/>
              <a:t>4/6/2026</a:t>
            </a:fld>
            <a:endParaRPr lang="en-US"/>
          </a:p>
        </p:txBody>
      </p:sp>
      <p:sp>
        <p:nvSpPr>
          <p:cNvPr id="5" name="Footer Placeholder 4">
            <a:extLst>
              <a:ext uri="{FF2B5EF4-FFF2-40B4-BE49-F238E27FC236}">
                <a16:creationId xmlns:a16="http://schemas.microsoft.com/office/drawing/2014/main" id="{99E5B3EE-285F-7FEC-623E-292614FEB5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0D25F7-2534-DB43-ED03-B47CCE45874F}"/>
              </a:ext>
            </a:extLst>
          </p:cNvPr>
          <p:cNvSpPr>
            <a:spLocks noGrp="1"/>
          </p:cNvSpPr>
          <p:nvPr>
            <p:ph type="sldNum" sz="quarter" idx="12"/>
          </p:nvPr>
        </p:nvSpPr>
        <p:spPr/>
        <p:txBody>
          <a:bodyPr/>
          <a:lstStyle/>
          <a:p>
            <a:fld id="{7532B130-D234-4A7A-B146-E566CF851299}" type="slidenum">
              <a:rPr lang="en-US" smtClean="0"/>
              <a:t>‹#›</a:t>
            </a:fld>
            <a:endParaRPr lang="en-US"/>
          </a:p>
        </p:txBody>
      </p:sp>
    </p:spTree>
    <p:extLst>
      <p:ext uri="{BB962C8B-B14F-4D97-AF65-F5344CB8AC3E}">
        <p14:creationId xmlns:p14="http://schemas.microsoft.com/office/powerpoint/2010/main" val="3999888578"/>
      </p:ext>
    </p:extLst>
  </p:cSld>
  <p:clrMapOvr>
    <a:masterClrMapping/>
  </p:clrMapOvr>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816944-CE8E-9870-5FAC-BC73D19457A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8A337E-8BAA-662C-C0A3-3C5754EE5F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8D80F0-FDA8-2027-1958-5CCA84BC258E}"/>
              </a:ext>
            </a:extLst>
          </p:cNvPr>
          <p:cNvSpPr>
            <a:spLocks noGrp="1"/>
          </p:cNvSpPr>
          <p:nvPr>
            <p:ph type="dt" sz="half" idx="10"/>
          </p:nvPr>
        </p:nvSpPr>
        <p:spPr/>
        <p:txBody>
          <a:bodyPr/>
          <a:lstStyle/>
          <a:p>
            <a:fld id="{E5272DFF-BC94-4338-93EF-3E9F3211E955}" type="datetimeFigureOut">
              <a:rPr lang="en-US" smtClean="0"/>
              <a:t>4/6/2026</a:t>
            </a:fld>
            <a:endParaRPr lang="en-US"/>
          </a:p>
        </p:txBody>
      </p:sp>
      <p:sp>
        <p:nvSpPr>
          <p:cNvPr id="5" name="Footer Placeholder 4">
            <a:extLst>
              <a:ext uri="{FF2B5EF4-FFF2-40B4-BE49-F238E27FC236}">
                <a16:creationId xmlns:a16="http://schemas.microsoft.com/office/drawing/2014/main" id="{F1A801E4-AA6A-7E18-3BE0-7D87DDA00A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89DF07-CA42-B006-A619-F297430E593C}"/>
              </a:ext>
            </a:extLst>
          </p:cNvPr>
          <p:cNvSpPr>
            <a:spLocks noGrp="1"/>
          </p:cNvSpPr>
          <p:nvPr>
            <p:ph type="sldNum" sz="quarter" idx="12"/>
          </p:nvPr>
        </p:nvSpPr>
        <p:spPr/>
        <p:txBody>
          <a:bodyPr/>
          <a:lstStyle/>
          <a:p>
            <a:fld id="{7532B130-D234-4A7A-B146-E566CF851299}" type="slidenum">
              <a:rPr lang="en-US" smtClean="0"/>
              <a:t>‹#›</a:t>
            </a:fld>
            <a:endParaRPr lang="en-US"/>
          </a:p>
        </p:txBody>
      </p:sp>
    </p:spTree>
    <p:extLst>
      <p:ext uri="{BB962C8B-B14F-4D97-AF65-F5344CB8AC3E}">
        <p14:creationId xmlns:p14="http://schemas.microsoft.com/office/powerpoint/2010/main" val="3754452988"/>
      </p:ext>
    </p:extLst>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81720980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14465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7719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theme" Target="../theme/theme3.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47.xml"/><Relationship Id="rId1"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9952719"/>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 id="2147483694" r:id="rId19"/>
    <p:sldLayoutId id="2147483715"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bg2">
                    <a:lumMod val="40000"/>
                    <a:lumOff val="60000"/>
                  </a:schemeClr>
                </a:solidFill>
              </a:defRPr>
            </a:lvl1pPr>
          </a:lstStyle>
          <a:p>
            <a:fld id="{62D6E202-B606-4609-B914-27C9371A1F6D}" type="datetime1">
              <a:rPr lang="en-US" smtClean="0"/>
              <a:t>4/6/2026</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bg2">
                    <a:lumMod val="40000"/>
                    <a:lumOff val="6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839494378"/>
      </p:ext>
    </p:extLst>
  </p:cSld>
  <p:clrMap bg1="dk1" tx1="lt1" bg2="dk2" tx2="lt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739" r:id="rId13"/>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tabLst>
          <a:tab pos="1143000" algn="l"/>
        </a:tabLst>
        <a:defRPr sz="2000" kern="1200">
          <a:solidFill>
            <a:schemeClr val="bg2">
              <a:lumMod val="20000"/>
              <a:lumOff val="80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800" kern="1200">
          <a:solidFill>
            <a:schemeClr val="bg2">
              <a:lumMod val="20000"/>
              <a:lumOff val="80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600" kern="1200">
          <a:solidFill>
            <a:schemeClr val="bg2">
              <a:lumMod val="20000"/>
              <a:lumOff val="80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DB26B9-CF91-4120-2E1D-52CB209D5A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E0E7314-32FB-1C9C-A65A-601DCB8373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F0DE24-8B9E-95DD-4684-EECEDA4FE7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272DFF-BC94-4338-93EF-3E9F3211E955}" type="datetimeFigureOut">
              <a:rPr lang="en-US" smtClean="0"/>
              <a:t>4/6/2026</a:t>
            </a:fld>
            <a:endParaRPr lang="en-US"/>
          </a:p>
        </p:txBody>
      </p:sp>
      <p:sp>
        <p:nvSpPr>
          <p:cNvPr id="5" name="Footer Placeholder 4">
            <a:extLst>
              <a:ext uri="{FF2B5EF4-FFF2-40B4-BE49-F238E27FC236}">
                <a16:creationId xmlns:a16="http://schemas.microsoft.com/office/drawing/2014/main" id="{03A5D63F-9216-846C-4D9A-F6148A78E8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417DBD8-7659-0E34-2310-DEC8BC7E29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32B130-D234-4A7A-B146-E566CF851299}" type="slidenum">
              <a:rPr lang="en-US" smtClean="0"/>
              <a:t>‹#›</a:t>
            </a:fld>
            <a:endParaRPr lang="en-US"/>
          </a:p>
        </p:txBody>
      </p:sp>
    </p:spTree>
    <p:extLst>
      <p:ext uri="{BB962C8B-B14F-4D97-AF65-F5344CB8AC3E}">
        <p14:creationId xmlns:p14="http://schemas.microsoft.com/office/powerpoint/2010/main" val="268686009"/>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0351445"/>
      </p:ext>
    </p:extLst>
  </p:cSld>
  <p:clrMap bg1="lt1" tx1="dk1" bg2="lt2" tx2="dk2" accent1="accent1" accent2="accent2" accent3="accent3" accent4="accent4" accent5="accent5" accent6="accent6" hlink="hlink" folHlink="folHlink"/>
  <p:sldLayoutIdLst>
    <p:sldLayoutId id="2147483857" r:id="rId1"/>
    <p:sldLayoutId id="2147483858"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5.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5.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5.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FC3BC02C-0015-4AC2-A25D-BF4D5CAE3F32}"/>
              </a:ext>
            </a:extLst>
          </p:cNvPr>
          <p:cNvSpPr txBox="1"/>
          <p:nvPr/>
        </p:nvSpPr>
        <p:spPr>
          <a:xfrm>
            <a:off x="68826" y="2196054"/>
            <a:ext cx="5319252" cy="3416320"/>
          </a:xfrm>
          <a:prstGeom prst="rect">
            <a:avLst/>
          </a:prstGeom>
          <a:noFill/>
        </p:spPr>
        <p:txBody>
          <a:bodyPr wrap="square" rtlCol="0" anchor="ctr">
            <a:spAutoFit/>
          </a:bodyPr>
          <a:lstStyle/>
          <a:p>
            <a:pPr algn="l" fontAlgn="base"/>
            <a:r>
              <a:rPr lang="en-US" sz="5400" b="1" i="0" dirty="0">
                <a:effectLst/>
                <a:latin typeface="Source Sans 3"/>
              </a:rPr>
              <a:t>Bandit –</a:t>
            </a:r>
          </a:p>
          <a:p>
            <a:pPr algn="l" fontAlgn="base"/>
            <a:r>
              <a:rPr lang="en-US" sz="5400" b="1" i="0" dirty="0">
                <a:effectLst/>
                <a:latin typeface="Source Sans 3"/>
              </a:rPr>
              <a:t>A Wargame For Linux Beginners</a:t>
            </a:r>
          </a:p>
          <a:p>
            <a:pPr algn="l" fontAlgn="base"/>
            <a:r>
              <a:rPr lang="en-US" sz="5400" b="1" dirty="0">
                <a:latin typeface="Source Sans 3"/>
              </a:rPr>
              <a:t>Lab-3</a:t>
            </a:r>
            <a:endParaRPr lang="en-US" sz="5400" b="1" i="0" dirty="0">
              <a:effectLst/>
              <a:latin typeface="Source Sans 3"/>
            </a:endParaRPr>
          </a:p>
        </p:txBody>
      </p:sp>
    </p:spTree>
    <p:extLst>
      <p:ext uri="{BB962C8B-B14F-4D97-AF65-F5344CB8AC3E}">
        <p14:creationId xmlns:p14="http://schemas.microsoft.com/office/powerpoint/2010/main" val="2221013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F774096-A7BF-81EA-D51E-673C6883B339}"/>
              </a:ext>
            </a:extLst>
          </p:cNvPr>
          <p:cNvSpPr txBox="1"/>
          <p:nvPr/>
        </p:nvSpPr>
        <p:spPr>
          <a:xfrm>
            <a:off x="344129" y="796864"/>
            <a:ext cx="6096000" cy="400110"/>
          </a:xfrm>
          <a:prstGeom prst="rect">
            <a:avLst/>
          </a:prstGeom>
          <a:noFill/>
        </p:spPr>
        <p:txBody>
          <a:bodyPr wrap="square">
            <a:spAutoFit/>
          </a:bodyPr>
          <a:lstStyle/>
          <a:p>
            <a:pPr algn="l"/>
            <a:r>
              <a:rPr lang="en-US" sz="2000" b="1" i="0" dirty="0">
                <a:solidFill>
                  <a:srgbClr val="FF0000"/>
                </a:solidFill>
                <a:effectLst/>
                <a:latin typeface="Pontano Sans"/>
              </a:rPr>
              <a:t>Bandit Level 10 → Level 11</a:t>
            </a:r>
          </a:p>
        </p:txBody>
      </p:sp>
      <p:sp>
        <p:nvSpPr>
          <p:cNvPr id="6" name="TextBox 5">
            <a:extLst>
              <a:ext uri="{FF2B5EF4-FFF2-40B4-BE49-F238E27FC236}">
                <a16:creationId xmlns:a16="http://schemas.microsoft.com/office/drawing/2014/main" id="{3B9A9B1D-78F7-1F13-69DE-E69F4FA9D557}"/>
              </a:ext>
            </a:extLst>
          </p:cNvPr>
          <p:cNvSpPr txBox="1"/>
          <p:nvPr/>
        </p:nvSpPr>
        <p:spPr>
          <a:xfrm>
            <a:off x="344129" y="1315431"/>
            <a:ext cx="11592232" cy="1046440"/>
          </a:xfrm>
          <a:prstGeom prst="rect">
            <a:avLst/>
          </a:prstGeom>
          <a:noFill/>
        </p:spPr>
        <p:txBody>
          <a:bodyPr wrap="square">
            <a:spAutoFit/>
          </a:bodyPr>
          <a:lstStyle/>
          <a:p>
            <a:pPr algn="just"/>
            <a:r>
              <a:rPr lang="en-US" sz="2000" b="1" i="0" dirty="0">
                <a:solidFill>
                  <a:srgbClr val="242424"/>
                </a:solidFill>
                <a:effectLst/>
                <a:latin typeface="sohne"/>
              </a:rPr>
              <a:t>Level Goal</a:t>
            </a:r>
          </a:p>
          <a:p>
            <a:pPr algn="l"/>
            <a:r>
              <a:rPr lang="en-US" sz="2200" b="0" i="0" dirty="0">
                <a:solidFill>
                  <a:srgbClr val="000000"/>
                </a:solidFill>
                <a:effectLst/>
                <a:latin typeface="Pontano Sans"/>
              </a:rPr>
              <a:t>The password for the next level is stored in the file </a:t>
            </a:r>
            <a:r>
              <a:rPr lang="en-US" sz="2200" b="1" i="0" dirty="0">
                <a:solidFill>
                  <a:srgbClr val="000000"/>
                </a:solidFill>
                <a:effectLst/>
                <a:latin typeface="Pontano Sans"/>
              </a:rPr>
              <a:t>data.txt</a:t>
            </a:r>
            <a:r>
              <a:rPr lang="en-US" sz="2200" b="0" i="0" dirty="0">
                <a:solidFill>
                  <a:srgbClr val="000000"/>
                </a:solidFill>
                <a:effectLst/>
                <a:latin typeface="Pontano Sans"/>
              </a:rPr>
              <a:t>, which contains base64 encoded data</a:t>
            </a:r>
          </a:p>
          <a:p>
            <a:endParaRPr lang="en-US" sz="2000" b="0" i="0" dirty="0">
              <a:solidFill>
                <a:srgbClr val="242424"/>
              </a:solidFill>
              <a:effectLst/>
              <a:latin typeface="source-serif-pro"/>
            </a:endParaRPr>
          </a:p>
        </p:txBody>
      </p:sp>
      <p:sp>
        <p:nvSpPr>
          <p:cNvPr id="5" name="TextBox 4">
            <a:extLst>
              <a:ext uri="{FF2B5EF4-FFF2-40B4-BE49-F238E27FC236}">
                <a16:creationId xmlns:a16="http://schemas.microsoft.com/office/drawing/2014/main" id="{B8CA747E-8429-FD54-CF56-2CB12C250B8A}"/>
              </a:ext>
            </a:extLst>
          </p:cNvPr>
          <p:cNvSpPr txBox="1"/>
          <p:nvPr/>
        </p:nvSpPr>
        <p:spPr>
          <a:xfrm>
            <a:off x="344129" y="2675673"/>
            <a:ext cx="9134168" cy="830997"/>
          </a:xfrm>
          <a:prstGeom prst="rect">
            <a:avLst/>
          </a:prstGeom>
          <a:noFill/>
        </p:spPr>
        <p:txBody>
          <a:bodyPr wrap="square">
            <a:spAutoFit/>
          </a:bodyPr>
          <a:lstStyle/>
          <a:p>
            <a:pPr algn="l"/>
            <a:r>
              <a:rPr lang="en-US" sz="2400" b="0" i="0" dirty="0">
                <a:solidFill>
                  <a:srgbClr val="FF0000"/>
                </a:solidFill>
                <a:effectLst/>
                <a:latin typeface="Pontano Sans"/>
              </a:rPr>
              <a:t>Commands you may need to solve this level</a:t>
            </a:r>
          </a:p>
          <a:p>
            <a:pPr algn="l"/>
            <a:r>
              <a:rPr lang="en-US" sz="2400" b="0" i="0" dirty="0">
                <a:solidFill>
                  <a:srgbClr val="000000"/>
                </a:solidFill>
                <a:effectLst/>
                <a:latin typeface="Pontano Sans"/>
              </a:rPr>
              <a:t>grep, sort, </a:t>
            </a:r>
            <a:r>
              <a:rPr lang="en-US" sz="2400" b="0" i="0" dirty="0" err="1">
                <a:solidFill>
                  <a:srgbClr val="000000"/>
                </a:solidFill>
                <a:effectLst/>
                <a:latin typeface="Pontano Sans"/>
              </a:rPr>
              <a:t>uniq</a:t>
            </a:r>
            <a:r>
              <a:rPr lang="en-US" sz="2400" b="0" i="0" dirty="0">
                <a:solidFill>
                  <a:srgbClr val="000000"/>
                </a:solidFill>
                <a:effectLst/>
                <a:latin typeface="Pontano Sans"/>
              </a:rPr>
              <a:t>, strings, base64, tr, tar, </a:t>
            </a:r>
            <a:r>
              <a:rPr lang="en-US" sz="2400" b="0" i="0" dirty="0" err="1">
                <a:solidFill>
                  <a:srgbClr val="000000"/>
                </a:solidFill>
                <a:effectLst/>
                <a:latin typeface="Pontano Sans"/>
              </a:rPr>
              <a:t>gzip</a:t>
            </a:r>
            <a:r>
              <a:rPr lang="en-US" sz="2400" b="0" i="0" dirty="0">
                <a:solidFill>
                  <a:srgbClr val="000000"/>
                </a:solidFill>
                <a:effectLst/>
                <a:latin typeface="Pontano Sans"/>
              </a:rPr>
              <a:t>, bzip2, </a:t>
            </a:r>
            <a:r>
              <a:rPr lang="en-US" sz="2400" b="0" i="0" dirty="0" err="1">
                <a:solidFill>
                  <a:srgbClr val="000000"/>
                </a:solidFill>
                <a:effectLst/>
                <a:latin typeface="Pontano Sans"/>
              </a:rPr>
              <a:t>xxd</a:t>
            </a:r>
            <a:endParaRPr lang="en-US" sz="2400" b="0" i="0" dirty="0">
              <a:solidFill>
                <a:srgbClr val="000000"/>
              </a:solidFill>
              <a:effectLst/>
              <a:latin typeface="Pontano Sans"/>
            </a:endParaRPr>
          </a:p>
        </p:txBody>
      </p:sp>
    </p:spTree>
    <p:extLst>
      <p:ext uri="{BB962C8B-B14F-4D97-AF65-F5344CB8AC3E}">
        <p14:creationId xmlns:p14="http://schemas.microsoft.com/office/powerpoint/2010/main" val="1145789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1FF59E5-BB51-4DBA-A54B-2284F9657546}"/>
              </a:ext>
            </a:extLst>
          </p:cNvPr>
          <p:cNvSpPr txBox="1"/>
          <p:nvPr/>
        </p:nvSpPr>
        <p:spPr>
          <a:xfrm>
            <a:off x="5638800" y="2974258"/>
            <a:ext cx="65" cy="276999"/>
          </a:xfrm>
          <a:prstGeom prst="rect">
            <a:avLst/>
          </a:prstGeom>
          <a:noFill/>
        </p:spPr>
        <p:txBody>
          <a:bodyPr wrap="none" lIns="0" tIns="0" rIns="0" bIns="0" rtlCol="1">
            <a:spAutoFit/>
          </a:bodyPr>
          <a:lstStyle/>
          <a:p>
            <a:endParaRPr lang="ar-EG" dirty="0"/>
          </a:p>
        </p:txBody>
      </p:sp>
      <p:sp>
        <p:nvSpPr>
          <p:cNvPr id="7" name="TextBox 6">
            <a:extLst>
              <a:ext uri="{FF2B5EF4-FFF2-40B4-BE49-F238E27FC236}">
                <a16:creationId xmlns:a16="http://schemas.microsoft.com/office/drawing/2014/main" id="{227F13FF-B30C-A66F-2783-2E9DD87539A2}"/>
              </a:ext>
            </a:extLst>
          </p:cNvPr>
          <p:cNvSpPr txBox="1"/>
          <p:nvPr/>
        </p:nvSpPr>
        <p:spPr>
          <a:xfrm>
            <a:off x="108155" y="2322212"/>
            <a:ext cx="1390124" cy="523220"/>
          </a:xfrm>
          <a:prstGeom prst="rect">
            <a:avLst/>
          </a:prstGeom>
          <a:noFill/>
        </p:spPr>
        <p:txBody>
          <a:bodyPr wrap="none" rtlCol="1">
            <a:spAutoFit/>
          </a:bodyPr>
          <a:lstStyle/>
          <a:p>
            <a:r>
              <a:rPr lang="en-US" sz="2800" dirty="0">
                <a:solidFill>
                  <a:srgbClr val="FF0000"/>
                </a:solidFill>
              </a:rPr>
              <a:t>Solution</a:t>
            </a:r>
            <a:endParaRPr lang="ar-EG" sz="2800" dirty="0">
              <a:solidFill>
                <a:srgbClr val="FF0000"/>
              </a:solidFill>
            </a:endParaRPr>
          </a:p>
        </p:txBody>
      </p:sp>
      <p:sp>
        <p:nvSpPr>
          <p:cNvPr id="18" name="TextBox 17">
            <a:extLst>
              <a:ext uri="{FF2B5EF4-FFF2-40B4-BE49-F238E27FC236}">
                <a16:creationId xmlns:a16="http://schemas.microsoft.com/office/drawing/2014/main" id="{A97AB2AD-4332-1117-9E42-2E3CD988C6DD}"/>
              </a:ext>
            </a:extLst>
          </p:cNvPr>
          <p:cNvSpPr txBox="1"/>
          <p:nvPr/>
        </p:nvSpPr>
        <p:spPr>
          <a:xfrm>
            <a:off x="108155" y="993058"/>
            <a:ext cx="11670760" cy="1200329"/>
          </a:xfrm>
          <a:prstGeom prst="rect">
            <a:avLst/>
          </a:prstGeom>
          <a:noFill/>
        </p:spPr>
        <p:txBody>
          <a:bodyPr wrap="square" rtlCol="1">
            <a:spAutoFit/>
          </a:bodyPr>
          <a:lstStyle/>
          <a:p>
            <a:r>
              <a:rPr lang="en-US" sz="2400" dirty="0"/>
              <a:t>I log in and again I have this data.txt. This time it is base64-encoded. So I have to decode it. There is a tool for this surprisingly called base64. There is the flag</a:t>
            </a:r>
            <a:r>
              <a:rPr lang="en-US" sz="2400" dirty="0">
                <a:solidFill>
                  <a:srgbClr val="FF0000"/>
                </a:solidFill>
              </a:rPr>
              <a:t> -d </a:t>
            </a:r>
            <a:r>
              <a:rPr lang="en-US" sz="2400" dirty="0"/>
              <a:t>for decoding. So all I have to do is the following.</a:t>
            </a:r>
            <a:endParaRPr lang="ar-EG" sz="2400" dirty="0"/>
          </a:p>
        </p:txBody>
      </p:sp>
      <p:sp>
        <p:nvSpPr>
          <p:cNvPr id="22" name="TextBox 21">
            <a:extLst>
              <a:ext uri="{FF2B5EF4-FFF2-40B4-BE49-F238E27FC236}">
                <a16:creationId xmlns:a16="http://schemas.microsoft.com/office/drawing/2014/main" id="{76ABE823-1771-6F69-5004-CC85DFAEC2B6}"/>
              </a:ext>
            </a:extLst>
          </p:cNvPr>
          <p:cNvSpPr txBox="1"/>
          <p:nvPr/>
        </p:nvSpPr>
        <p:spPr>
          <a:xfrm>
            <a:off x="108155" y="3020424"/>
            <a:ext cx="2490810" cy="461665"/>
          </a:xfrm>
          <a:prstGeom prst="rect">
            <a:avLst/>
          </a:prstGeom>
          <a:noFill/>
        </p:spPr>
        <p:txBody>
          <a:bodyPr wrap="none" rtlCol="1">
            <a:spAutoFit/>
          </a:bodyPr>
          <a:lstStyle/>
          <a:p>
            <a:r>
              <a:rPr lang="en-US" sz="2400" b="1" dirty="0"/>
              <a:t>base64 -d data.txt</a:t>
            </a:r>
            <a:endParaRPr lang="ar-EG" sz="2400" b="1" dirty="0"/>
          </a:p>
        </p:txBody>
      </p:sp>
      <p:sp>
        <p:nvSpPr>
          <p:cNvPr id="24" name="TextBox 23">
            <a:extLst>
              <a:ext uri="{FF2B5EF4-FFF2-40B4-BE49-F238E27FC236}">
                <a16:creationId xmlns:a16="http://schemas.microsoft.com/office/drawing/2014/main" id="{E1491273-0B3F-5425-391A-396A661C6861}"/>
              </a:ext>
            </a:extLst>
          </p:cNvPr>
          <p:cNvSpPr txBox="1"/>
          <p:nvPr/>
        </p:nvSpPr>
        <p:spPr>
          <a:xfrm>
            <a:off x="108155" y="3812514"/>
            <a:ext cx="6105832" cy="707886"/>
          </a:xfrm>
          <a:prstGeom prst="rect">
            <a:avLst/>
          </a:prstGeom>
          <a:noFill/>
        </p:spPr>
        <p:txBody>
          <a:bodyPr wrap="square">
            <a:spAutoFit/>
          </a:bodyPr>
          <a:lstStyle/>
          <a:p>
            <a:r>
              <a:rPr lang="en-US" sz="2000" b="1" dirty="0">
                <a:solidFill>
                  <a:srgbClr val="FF0000"/>
                </a:solidFill>
              </a:rPr>
              <a:t>The password is </a:t>
            </a:r>
            <a:r>
              <a:rPr lang="en-US" sz="2000" b="1" dirty="0"/>
              <a:t>6zPeziLdR2RKNdNYFNb6nVCKzphlXHBM</a:t>
            </a:r>
            <a:endParaRPr lang="ar-EG" sz="2000" b="1" dirty="0"/>
          </a:p>
        </p:txBody>
      </p:sp>
      <p:pic>
        <p:nvPicPr>
          <p:cNvPr id="26" name="Picture 25">
            <a:extLst>
              <a:ext uri="{FF2B5EF4-FFF2-40B4-BE49-F238E27FC236}">
                <a16:creationId xmlns:a16="http://schemas.microsoft.com/office/drawing/2014/main" id="{AD5B954C-A854-EF70-25EC-0E2F54323E04}"/>
              </a:ext>
            </a:extLst>
          </p:cNvPr>
          <p:cNvPicPr>
            <a:picLocks noChangeAspect="1"/>
          </p:cNvPicPr>
          <p:nvPr/>
        </p:nvPicPr>
        <p:blipFill>
          <a:blip r:embed="rId2"/>
          <a:stretch>
            <a:fillRect/>
          </a:stretch>
        </p:blipFill>
        <p:spPr>
          <a:xfrm>
            <a:off x="264259" y="5101215"/>
            <a:ext cx="9309533" cy="1200329"/>
          </a:xfrm>
          <a:prstGeom prst="rect">
            <a:avLst/>
          </a:prstGeom>
        </p:spPr>
      </p:pic>
    </p:spTree>
    <p:extLst>
      <p:ext uri="{BB962C8B-B14F-4D97-AF65-F5344CB8AC3E}">
        <p14:creationId xmlns:p14="http://schemas.microsoft.com/office/powerpoint/2010/main" val="624695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F38902-6A90-3A90-1F7D-FA1A840BB5C3}"/>
              </a:ext>
            </a:extLst>
          </p:cNvPr>
          <p:cNvSpPr txBox="1"/>
          <p:nvPr/>
        </p:nvSpPr>
        <p:spPr>
          <a:xfrm>
            <a:off x="176981" y="687862"/>
            <a:ext cx="11690554" cy="400110"/>
          </a:xfrm>
          <a:prstGeom prst="rect">
            <a:avLst/>
          </a:prstGeom>
          <a:noFill/>
        </p:spPr>
        <p:txBody>
          <a:bodyPr wrap="square">
            <a:spAutoFit/>
          </a:bodyPr>
          <a:lstStyle/>
          <a:p>
            <a:pPr algn="l"/>
            <a:r>
              <a:rPr lang="en-US" sz="2000" b="1" i="0" dirty="0">
                <a:solidFill>
                  <a:srgbClr val="FF0000"/>
                </a:solidFill>
                <a:effectLst/>
                <a:latin typeface="Pontano Sans"/>
              </a:rPr>
              <a:t>Bandit Level 11 → Level 12</a:t>
            </a:r>
          </a:p>
        </p:txBody>
      </p:sp>
      <p:sp>
        <p:nvSpPr>
          <p:cNvPr id="3" name="TextBox 2">
            <a:extLst>
              <a:ext uri="{FF2B5EF4-FFF2-40B4-BE49-F238E27FC236}">
                <a16:creationId xmlns:a16="http://schemas.microsoft.com/office/drawing/2014/main" id="{E9ABCBAB-8998-F4EC-CFB5-6E836F0EFD25}"/>
              </a:ext>
            </a:extLst>
          </p:cNvPr>
          <p:cNvSpPr txBox="1"/>
          <p:nvPr/>
        </p:nvSpPr>
        <p:spPr>
          <a:xfrm>
            <a:off x="176980" y="1264573"/>
            <a:ext cx="11867535" cy="2677656"/>
          </a:xfrm>
          <a:prstGeom prst="rect">
            <a:avLst/>
          </a:prstGeom>
          <a:noFill/>
        </p:spPr>
        <p:txBody>
          <a:bodyPr wrap="square">
            <a:spAutoFit/>
          </a:bodyPr>
          <a:lstStyle/>
          <a:p>
            <a:pPr algn="l"/>
            <a:r>
              <a:rPr lang="en-US" sz="2800" b="0" i="0" dirty="0">
                <a:solidFill>
                  <a:srgbClr val="FF0000"/>
                </a:solidFill>
                <a:effectLst/>
                <a:latin typeface="Pontano Sans"/>
              </a:rPr>
              <a:t>Level Goal</a:t>
            </a:r>
          </a:p>
          <a:p>
            <a:pPr algn="l"/>
            <a:r>
              <a:rPr lang="en-US" sz="2800" b="0" i="0" dirty="0">
                <a:solidFill>
                  <a:srgbClr val="000000"/>
                </a:solidFill>
                <a:effectLst/>
                <a:latin typeface="Pontano Sans"/>
              </a:rPr>
              <a:t>In the home directory, a file named data.txt can be located. When this file is extracted, it reveals a sequence of characters that appears to be nonsensical. The hint provided in the level’s objective suggests that the text has undergone transformation through the </a:t>
            </a:r>
            <a:r>
              <a:rPr lang="en-US" sz="2800" b="0" i="0" dirty="0">
                <a:solidFill>
                  <a:srgbClr val="FF0000"/>
                </a:solidFill>
                <a:effectLst/>
                <a:latin typeface="Pontano Sans"/>
              </a:rPr>
              <a:t>rot-13 cipher</a:t>
            </a:r>
            <a:r>
              <a:rPr lang="en-US" sz="2800" b="0" i="0" dirty="0">
                <a:solidFill>
                  <a:srgbClr val="000000"/>
                </a:solidFill>
                <a:effectLst/>
                <a:latin typeface="Pontano Sans"/>
              </a:rPr>
              <a:t>, a substitution cipher that rotates characters by 13 positions.</a:t>
            </a:r>
          </a:p>
        </p:txBody>
      </p:sp>
      <p:sp>
        <p:nvSpPr>
          <p:cNvPr id="6" name="TextBox 5">
            <a:extLst>
              <a:ext uri="{FF2B5EF4-FFF2-40B4-BE49-F238E27FC236}">
                <a16:creationId xmlns:a16="http://schemas.microsoft.com/office/drawing/2014/main" id="{C6816A8B-C1F5-69E9-5897-AA375D642461}"/>
              </a:ext>
            </a:extLst>
          </p:cNvPr>
          <p:cNvSpPr txBox="1"/>
          <p:nvPr/>
        </p:nvSpPr>
        <p:spPr>
          <a:xfrm>
            <a:off x="108154" y="4118830"/>
            <a:ext cx="11759381" cy="1569660"/>
          </a:xfrm>
          <a:prstGeom prst="rect">
            <a:avLst/>
          </a:prstGeom>
          <a:noFill/>
        </p:spPr>
        <p:txBody>
          <a:bodyPr wrap="square">
            <a:spAutoFit/>
          </a:bodyPr>
          <a:lstStyle/>
          <a:p>
            <a:r>
              <a:rPr lang="en-US" sz="2400" b="0" i="0" dirty="0">
                <a:solidFill>
                  <a:srgbClr val="242424"/>
                </a:solidFill>
                <a:effectLst/>
                <a:latin typeface="source-serif-pro"/>
              </a:rPr>
              <a:t>The data.txt file contains 1 line that was encrypted with the ROT13 algorithm. In order to decrypt it, I have to replace every letter with the letter 13 positions ahead. For example, with this encryption, the letter a would be replaced with n. The word </a:t>
            </a:r>
            <a:r>
              <a:rPr lang="en-US" sz="2400" b="0" i="0" dirty="0">
                <a:solidFill>
                  <a:srgbClr val="FF0000"/>
                </a:solidFill>
                <a:effectLst/>
                <a:latin typeface="source-serif-pro"/>
              </a:rPr>
              <a:t>banana</a:t>
            </a:r>
            <a:r>
              <a:rPr lang="en-US" sz="2400" b="0" i="0" dirty="0">
                <a:solidFill>
                  <a:srgbClr val="242424"/>
                </a:solidFill>
                <a:effectLst/>
                <a:latin typeface="source-serif-pro"/>
              </a:rPr>
              <a:t> would encrypt to </a:t>
            </a:r>
            <a:r>
              <a:rPr lang="en-US" sz="2400" b="0" i="0" dirty="0" err="1">
                <a:solidFill>
                  <a:srgbClr val="FF0000"/>
                </a:solidFill>
                <a:effectLst/>
                <a:latin typeface="source-serif-pro"/>
              </a:rPr>
              <a:t>onanan</a:t>
            </a:r>
            <a:r>
              <a:rPr lang="en-US" sz="2400" b="0" i="0" dirty="0">
                <a:solidFill>
                  <a:srgbClr val="242424"/>
                </a:solidFill>
                <a:effectLst/>
                <a:latin typeface="source-serif-pro"/>
              </a:rPr>
              <a:t>. To decrypt the line, I ran the command below:</a:t>
            </a:r>
            <a:endParaRPr lang="ar-EG" sz="2400" dirty="0"/>
          </a:p>
        </p:txBody>
      </p:sp>
    </p:spTree>
    <p:extLst>
      <p:ext uri="{BB962C8B-B14F-4D97-AF65-F5344CB8AC3E}">
        <p14:creationId xmlns:p14="http://schemas.microsoft.com/office/powerpoint/2010/main" val="3271492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0C8E0BD-5322-B547-99D3-A958CEED6E30}"/>
              </a:ext>
            </a:extLst>
          </p:cNvPr>
          <p:cNvSpPr txBox="1"/>
          <p:nvPr/>
        </p:nvSpPr>
        <p:spPr>
          <a:xfrm>
            <a:off x="393289" y="411710"/>
            <a:ext cx="11592233" cy="400110"/>
          </a:xfrm>
          <a:prstGeom prst="rect">
            <a:avLst/>
          </a:prstGeom>
          <a:noFill/>
        </p:spPr>
        <p:txBody>
          <a:bodyPr wrap="square">
            <a:spAutoFit/>
          </a:bodyPr>
          <a:lstStyle/>
          <a:p>
            <a:pPr algn="l">
              <a:buFont typeface="Arial" panose="020B0604020202020204" pitchFamily="34" charset="0"/>
              <a:buChar char="•"/>
            </a:pPr>
            <a:r>
              <a:rPr lang="en-US" sz="2000" b="0" i="0" dirty="0">
                <a:solidFill>
                  <a:srgbClr val="FF0000"/>
                </a:solidFill>
                <a:effectLst/>
                <a:latin typeface="source-serif-pro"/>
              </a:rPr>
              <a:t>This command reads a file, shifting letters by 13 positions in the alphabet (ROT13 cipher).</a:t>
            </a:r>
          </a:p>
        </p:txBody>
      </p:sp>
      <p:sp>
        <p:nvSpPr>
          <p:cNvPr id="9" name="TextBox 8">
            <a:extLst>
              <a:ext uri="{FF2B5EF4-FFF2-40B4-BE49-F238E27FC236}">
                <a16:creationId xmlns:a16="http://schemas.microsoft.com/office/drawing/2014/main" id="{2B5D2B2F-8694-18D7-97AE-C3EFD298AD14}"/>
              </a:ext>
            </a:extLst>
          </p:cNvPr>
          <p:cNvSpPr txBox="1"/>
          <p:nvPr/>
        </p:nvSpPr>
        <p:spPr>
          <a:xfrm>
            <a:off x="393289" y="1445793"/>
            <a:ext cx="9409472" cy="461665"/>
          </a:xfrm>
          <a:prstGeom prst="rect">
            <a:avLst/>
          </a:prstGeom>
          <a:noFill/>
        </p:spPr>
        <p:txBody>
          <a:bodyPr wrap="square">
            <a:spAutoFit/>
          </a:bodyPr>
          <a:lstStyle/>
          <a:p>
            <a:pPr algn="l"/>
            <a:r>
              <a:rPr lang="pl-PL" sz="2400" b="1" i="1" dirty="0">
                <a:effectLst/>
                <a:latin typeface="Raleway" pitchFamily="2" charset="0"/>
              </a:rPr>
              <a:t>cat data.txt | tr '[A-Za-z]' '[N-ZA-Mn-za-m]'</a:t>
            </a:r>
            <a:endParaRPr lang="pl-PL" sz="2400" b="1" i="0" dirty="0">
              <a:effectLst/>
              <a:latin typeface="Raleway" pitchFamily="2" charset="0"/>
            </a:endParaRPr>
          </a:p>
        </p:txBody>
      </p:sp>
      <p:sp>
        <p:nvSpPr>
          <p:cNvPr id="11" name="TextBox 10">
            <a:extLst>
              <a:ext uri="{FF2B5EF4-FFF2-40B4-BE49-F238E27FC236}">
                <a16:creationId xmlns:a16="http://schemas.microsoft.com/office/drawing/2014/main" id="{30FB5CE6-7661-3A52-E21D-E7F7C4D97E37}"/>
              </a:ext>
            </a:extLst>
          </p:cNvPr>
          <p:cNvSpPr txBox="1"/>
          <p:nvPr/>
        </p:nvSpPr>
        <p:spPr>
          <a:xfrm>
            <a:off x="393289" y="2114387"/>
            <a:ext cx="11228440" cy="646331"/>
          </a:xfrm>
          <a:prstGeom prst="rect">
            <a:avLst/>
          </a:prstGeom>
          <a:noFill/>
        </p:spPr>
        <p:txBody>
          <a:bodyPr wrap="square">
            <a:spAutoFit/>
          </a:bodyPr>
          <a:lstStyle/>
          <a:p>
            <a:pPr algn="l"/>
            <a:r>
              <a:rPr lang="en-US" b="0" i="0" dirty="0">
                <a:solidFill>
                  <a:srgbClr val="000000"/>
                </a:solidFill>
                <a:effectLst/>
                <a:latin typeface="Raleway" pitchFamily="2" charset="0"/>
              </a:rPr>
              <a:t>The command above send the line to </a:t>
            </a:r>
            <a:r>
              <a:rPr lang="en-US" b="0" i="0" dirty="0" err="1">
                <a:solidFill>
                  <a:srgbClr val="000000"/>
                </a:solidFill>
                <a:effectLst/>
                <a:latin typeface="Raleway" pitchFamily="2" charset="0"/>
              </a:rPr>
              <a:t>stdout</a:t>
            </a:r>
            <a:r>
              <a:rPr lang="en-US" b="0" i="0" dirty="0">
                <a:solidFill>
                  <a:srgbClr val="000000"/>
                </a:solidFill>
                <a:effectLst/>
                <a:latin typeface="Raleway" pitchFamily="2" charset="0"/>
              </a:rPr>
              <a:t> where </a:t>
            </a:r>
            <a:r>
              <a:rPr lang="en-US" b="1" i="0" dirty="0">
                <a:solidFill>
                  <a:srgbClr val="FF0000"/>
                </a:solidFill>
                <a:effectLst/>
                <a:latin typeface="Raleway" pitchFamily="2" charset="0"/>
              </a:rPr>
              <a:t>tr</a:t>
            </a:r>
            <a:r>
              <a:rPr lang="en-US" b="0" i="0" dirty="0">
                <a:solidFill>
                  <a:srgbClr val="000000"/>
                </a:solidFill>
                <a:effectLst/>
                <a:latin typeface="Raleway" pitchFamily="2" charset="0"/>
              </a:rPr>
              <a:t> shifts every letter 13 positions. After running that command, the output was:</a:t>
            </a:r>
          </a:p>
        </p:txBody>
      </p:sp>
      <p:sp>
        <p:nvSpPr>
          <p:cNvPr id="15" name="TextBox 14">
            <a:extLst>
              <a:ext uri="{FF2B5EF4-FFF2-40B4-BE49-F238E27FC236}">
                <a16:creationId xmlns:a16="http://schemas.microsoft.com/office/drawing/2014/main" id="{C90C37A5-CB1E-1864-BCEA-5F017EEEF93B}"/>
              </a:ext>
            </a:extLst>
          </p:cNvPr>
          <p:cNvSpPr txBox="1"/>
          <p:nvPr/>
        </p:nvSpPr>
        <p:spPr>
          <a:xfrm>
            <a:off x="462115" y="5514129"/>
            <a:ext cx="6096000" cy="707886"/>
          </a:xfrm>
          <a:prstGeom prst="rect">
            <a:avLst/>
          </a:prstGeom>
          <a:noFill/>
        </p:spPr>
        <p:txBody>
          <a:bodyPr wrap="square">
            <a:spAutoFit/>
          </a:bodyPr>
          <a:lstStyle/>
          <a:p>
            <a:r>
              <a:rPr lang="en-US" sz="2000" dirty="0"/>
              <a:t>Username: </a:t>
            </a:r>
            <a:r>
              <a:rPr lang="en-US" sz="2000" dirty="0">
                <a:solidFill>
                  <a:srgbClr val="FF0000"/>
                </a:solidFill>
              </a:rPr>
              <a:t>bandit12</a:t>
            </a:r>
            <a:endParaRPr lang="ar-EG" sz="2000" dirty="0">
              <a:solidFill>
                <a:srgbClr val="FF0000"/>
              </a:solidFill>
            </a:endParaRPr>
          </a:p>
          <a:p>
            <a:r>
              <a:rPr lang="en-US" sz="2000" dirty="0"/>
              <a:t>Password : </a:t>
            </a:r>
            <a:r>
              <a:rPr lang="en-US" sz="2000" dirty="0">
                <a:solidFill>
                  <a:srgbClr val="FF0000"/>
                </a:solidFill>
              </a:rPr>
              <a:t>JVNBBFSmZwKKOP0XbFXOoW8chDz5yVRv</a:t>
            </a:r>
            <a:endParaRPr lang="ar-EG" sz="2000" dirty="0">
              <a:solidFill>
                <a:srgbClr val="FF0000"/>
              </a:solidFill>
            </a:endParaRPr>
          </a:p>
        </p:txBody>
      </p:sp>
      <p:pic>
        <p:nvPicPr>
          <p:cNvPr id="3" name="Picture 2">
            <a:extLst>
              <a:ext uri="{FF2B5EF4-FFF2-40B4-BE49-F238E27FC236}">
                <a16:creationId xmlns:a16="http://schemas.microsoft.com/office/drawing/2014/main" id="{9052E036-A511-39DC-9B95-037FFA4DE232}"/>
              </a:ext>
            </a:extLst>
          </p:cNvPr>
          <p:cNvPicPr>
            <a:picLocks noChangeAspect="1"/>
          </p:cNvPicPr>
          <p:nvPr/>
        </p:nvPicPr>
        <p:blipFill>
          <a:blip r:embed="rId2"/>
          <a:stretch>
            <a:fillRect/>
          </a:stretch>
        </p:blipFill>
        <p:spPr>
          <a:xfrm>
            <a:off x="462115" y="2924439"/>
            <a:ext cx="10563205" cy="2178503"/>
          </a:xfrm>
          <a:prstGeom prst="rect">
            <a:avLst/>
          </a:prstGeom>
        </p:spPr>
      </p:pic>
    </p:spTree>
    <p:extLst>
      <p:ext uri="{BB962C8B-B14F-4D97-AF65-F5344CB8AC3E}">
        <p14:creationId xmlns:p14="http://schemas.microsoft.com/office/powerpoint/2010/main" val="1285839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26FA168-9746-F42F-17A6-C8638A63B089}"/>
              </a:ext>
            </a:extLst>
          </p:cNvPr>
          <p:cNvSpPr txBox="1"/>
          <p:nvPr/>
        </p:nvSpPr>
        <p:spPr>
          <a:xfrm>
            <a:off x="186813" y="452735"/>
            <a:ext cx="6096000" cy="461665"/>
          </a:xfrm>
          <a:prstGeom prst="rect">
            <a:avLst/>
          </a:prstGeom>
          <a:noFill/>
        </p:spPr>
        <p:txBody>
          <a:bodyPr wrap="square">
            <a:spAutoFit/>
          </a:bodyPr>
          <a:lstStyle/>
          <a:p>
            <a:pPr algn="l"/>
            <a:r>
              <a:rPr lang="en-US" sz="2400" b="1" i="0" dirty="0">
                <a:solidFill>
                  <a:srgbClr val="FF0000"/>
                </a:solidFill>
                <a:effectLst/>
                <a:latin typeface="sohne"/>
              </a:rPr>
              <a:t>Bandit Level 12 → Level 13</a:t>
            </a:r>
          </a:p>
        </p:txBody>
      </p:sp>
      <p:sp>
        <p:nvSpPr>
          <p:cNvPr id="3" name="TextBox 2">
            <a:extLst>
              <a:ext uri="{FF2B5EF4-FFF2-40B4-BE49-F238E27FC236}">
                <a16:creationId xmlns:a16="http://schemas.microsoft.com/office/drawing/2014/main" id="{2CEA8453-736D-A9A0-AD1F-B4D1C0AD66C4}"/>
              </a:ext>
            </a:extLst>
          </p:cNvPr>
          <p:cNvSpPr txBox="1"/>
          <p:nvPr/>
        </p:nvSpPr>
        <p:spPr>
          <a:xfrm>
            <a:off x="363794" y="1297462"/>
            <a:ext cx="11444748" cy="2308324"/>
          </a:xfrm>
          <a:prstGeom prst="rect">
            <a:avLst/>
          </a:prstGeom>
          <a:noFill/>
        </p:spPr>
        <p:txBody>
          <a:bodyPr wrap="square">
            <a:spAutoFit/>
          </a:bodyPr>
          <a:lstStyle/>
          <a:p>
            <a:pPr algn="l"/>
            <a:r>
              <a:rPr lang="en-US" sz="2400" b="0" i="0" dirty="0">
                <a:effectLst/>
                <a:latin typeface="Inconsolata" panose="020F0502020204030204" pitchFamily="2" charset="0"/>
              </a:rPr>
              <a:t>The password for the next level is stored in the file </a:t>
            </a:r>
            <a:r>
              <a:rPr lang="en-US" sz="2400" b="1" i="0" dirty="0">
                <a:effectLst/>
                <a:latin typeface="Inconsolata" panose="020F0502020204030204" pitchFamily="2" charset="0"/>
              </a:rPr>
              <a:t>data.txt</a:t>
            </a:r>
            <a:r>
              <a:rPr lang="en-US" sz="2400" b="0" i="0" dirty="0">
                <a:effectLst/>
                <a:latin typeface="Inconsolata" panose="020F0502020204030204" pitchFamily="2" charset="0"/>
              </a:rPr>
              <a:t>, which is a </a:t>
            </a:r>
            <a:r>
              <a:rPr lang="en-US" sz="2400" b="0" i="0" dirty="0" err="1">
                <a:effectLst/>
                <a:latin typeface="Inconsolata" panose="020F0502020204030204" pitchFamily="2" charset="0"/>
              </a:rPr>
              <a:t>hexdump</a:t>
            </a:r>
            <a:r>
              <a:rPr lang="en-US" sz="2400" b="0" i="0" dirty="0">
                <a:effectLst/>
                <a:latin typeface="Inconsolata" panose="020F0502020204030204" pitchFamily="2" charset="0"/>
              </a:rPr>
              <a:t> of a file that has been repeatedly compressed. For this level, it may be useful to create a directory under /</a:t>
            </a:r>
            <a:r>
              <a:rPr lang="en-US" sz="2400" b="0" i="0" dirty="0" err="1">
                <a:effectLst/>
                <a:latin typeface="Inconsolata" panose="020F0502020204030204" pitchFamily="2" charset="0"/>
              </a:rPr>
              <a:t>tmp</a:t>
            </a:r>
            <a:r>
              <a:rPr lang="en-US" sz="2400" b="0" i="0" dirty="0">
                <a:effectLst/>
                <a:latin typeface="Inconsolata" panose="020F0502020204030204" pitchFamily="2" charset="0"/>
              </a:rPr>
              <a:t> in which you can work using </a:t>
            </a:r>
            <a:r>
              <a:rPr lang="en-US" sz="2400" b="0" i="0" dirty="0" err="1">
                <a:effectLst/>
                <a:latin typeface="Inconsolata" panose="020F0502020204030204" pitchFamily="2" charset="0"/>
              </a:rPr>
              <a:t>mkdir</a:t>
            </a:r>
            <a:r>
              <a:rPr lang="en-US" sz="2400" b="0" i="0" dirty="0">
                <a:effectLst/>
                <a:latin typeface="Inconsolata" panose="020F0502020204030204" pitchFamily="2" charset="0"/>
              </a:rPr>
              <a:t>.</a:t>
            </a:r>
          </a:p>
          <a:p>
            <a:pPr algn="l"/>
            <a:r>
              <a:rPr lang="en-US" sz="2400" b="0" i="0" dirty="0">
                <a:solidFill>
                  <a:srgbClr val="FF0000"/>
                </a:solidFill>
                <a:effectLst/>
                <a:latin typeface="Pontano Sans"/>
              </a:rPr>
              <a:t>Commands you may need to solve this level</a:t>
            </a:r>
          </a:p>
          <a:p>
            <a:pPr algn="l"/>
            <a:r>
              <a:rPr lang="en-US" sz="2400" b="0" i="0" dirty="0">
                <a:solidFill>
                  <a:srgbClr val="000000"/>
                </a:solidFill>
                <a:effectLst/>
                <a:latin typeface="Pontano Sans"/>
              </a:rPr>
              <a:t>grep, sort, </a:t>
            </a:r>
            <a:r>
              <a:rPr lang="en-US" sz="2400" b="0" i="0" dirty="0" err="1">
                <a:solidFill>
                  <a:srgbClr val="000000"/>
                </a:solidFill>
                <a:effectLst/>
                <a:latin typeface="Pontano Sans"/>
              </a:rPr>
              <a:t>uniq</a:t>
            </a:r>
            <a:r>
              <a:rPr lang="en-US" sz="2400" b="0" i="0" dirty="0">
                <a:solidFill>
                  <a:srgbClr val="000000"/>
                </a:solidFill>
                <a:effectLst/>
                <a:latin typeface="Pontano Sans"/>
              </a:rPr>
              <a:t>, strings, base64, tr, tar, </a:t>
            </a:r>
            <a:r>
              <a:rPr lang="en-US" sz="2400" b="0" i="0" dirty="0" err="1">
                <a:solidFill>
                  <a:srgbClr val="000000"/>
                </a:solidFill>
                <a:effectLst/>
                <a:latin typeface="Pontano Sans"/>
              </a:rPr>
              <a:t>gzip</a:t>
            </a:r>
            <a:r>
              <a:rPr lang="en-US" sz="2400" b="0" i="0" dirty="0">
                <a:solidFill>
                  <a:srgbClr val="000000"/>
                </a:solidFill>
                <a:effectLst/>
                <a:latin typeface="Pontano Sans"/>
              </a:rPr>
              <a:t>, bzip2, </a:t>
            </a:r>
            <a:r>
              <a:rPr lang="en-US" sz="2400" b="0" i="0" dirty="0" err="1">
                <a:solidFill>
                  <a:srgbClr val="000000"/>
                </a:solidFill>
                <a:effectLst/>
                <a:latin typeface="Pontano Sans"/>
              </a:rPr>
              <a:t>xxd</a:t>
            </a:r>
            <a:r>
              <a:rPr lang="en-US" sz="2400" b="0" i="0" dirty="0">
                <a:solidFill>
                  <a:srgbClr val="000000"/>
                </a:solidFill>
                <a:effectLst/>
                <a:latin typeface="Pontano Sans"/>
              </a:rPr>
              <a:t>, </a:t>
            </a:r>
            <a:r>
              <a:rPr lang="en-US" sz="2400" b="0" i="0" dirty="0" err="1">
                <a:solidFill>
                  <a:srgbClr val="000000"/>
                </a:solidFill>
                <a:effectLst/>
                <a:latin typeface="Pontano Sans"/>
              </a:rPr>
              <a:t>mkdir</a:t>
            </a:r>
            <a:r>
              <a:rPr lang="en-US" sz="2400" b="0" i="0" dirty="0">
                <a:solidFill>
                  <a:srgbClr val="000000"/>
                </a:solidFill>
                <a:effectLst/>
                <a:latin typeface="Pontano Sans"/>
              </a:rPr>
              <a:t>, cp, mv, file</a:t>
            </a:r>
          </a:p>
        </p:txBody>
      </p:sp>
      <p:sp>
        <p:nvSpPr>
          <p:cNvPr id="2" name="Rectangle 1">
            <a:extLst>
              <a:ext uri="{FF2B5EF4-FFF2-40B4-BE49-F238E27FC236}">
                <a16:creationId xmlns:a16="http://schemas.microsoft.com/office/drawing/2014/main" id="{A97CEFCA-57DE-7EED-FB9A-885354C8C4BB}"/>
              </a:ext>
            </a:extLst>
          </p:cNvPr>
          <p:cNvSpPr>
            <a:spLocks noChangeArrowheads="1"/>
          </p:cNvSpPr>
          <p:nvPr/>
        </p:nvSpPr>
        <p:spPr bwMode="auto">
          <a:xfrm>
            <a:off x="363794" y="3985292"/>
            <a:ext cx="11218606" cy="2185214"/>
          </a:xfrm>
          <a:prstGeom prst="rect">
            <a:avLst/>
          </a:prstGeom>
          <a:solidFill>
            <a:srgbClr val="3C383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r-EG" altLang="ar-EG" sz="2000" b="0" i="0" u="none" strike="noStrike" cap="none" normalizeH="0" baseline="0" dirty="0">
                <a:ln>
                  <a:noFill/>
                </a:ln>
                <a:solidFill>
                  <a:srgbClr val="FF0000"/>
                </a:solidFill>
                <a:effectLst/>
                <a:latin typeface="Inconsolata" pitchFamily="1" charset="0"/>
              </a:rPr>
              <a:t>A </a:t>
            </a:r>
            <a:r>
              <a:rPr kumimoji="0" lang="ar-EG" altLang="ar-EG" sz="2000" b="0" i="0" u="none" strike="noStrike" cap="none" normalizeH="0" baseline="0" dirty="0" err="1">
                <a:ln>
                  <a:noFill/>
                </a:ln>
                <a:solidFill>
                  <a:srgbClr val="FF0000"/>
                </a:solidFill>
                <a:effectLst/>
                <a:latin typeface="Inconsolata" pitchFamily="1" charset="0"/>
              </a:rPr>
              <a:t>little</a:t>
            </a:r>
            <a:r>
              <a:rPr kumimoji="0" lang="ar-EG" altLang="ar-EG" sz="2000" b="0" i="0" u="none" strike="noStrike" cap="none" normalizeH="0" baseline="0" dirty="0">
                <a:ln>
                  <a:noFill/>
                </a:ln>
                <a:solidFill>
                  <a:srgbClr val="FF0000"/>
                </a:solidFill>
                <a:effectLst/>
                <a:latin typeface="Inconsolata" pitchFamily="1" charset="0"/>
              </a:rPr>
              <a:t> </a:t>
            </a:r>
            <a:r>
              <a:rPr kumimoji="0" lang="ar-EG" altLang="ar-EG" sz="2000" b="0" i="0" u="none" strike="noStrike" cap="none" normalizeH="0" baseline="0" dirty="0" err="1">
                <a:ln>
                  <a:noFill/>
                </a:ln>
                <a:solidFill>
                  <a:srgbClr val="FF0000"/>
                </a:solidFill>
                <a:effectLst/>
                <a:latin typeface="Inconsolata" pitchFamily="1" charset="0"/>
              </a:rPr>
              <a:t>bit</a:t>
            </a:r>
            <a:r>
              <a:rPr kumimoji="0" lang="ar-EG" altLang="ar-EG" sz="2000" b="0" i="0" u="none" strike="noStrike" cap="none" normalizeH="0" baseline="0" dirty="0">
                <a:ln>
                  <a:noFill/>
                </a:ln>
                <a:solidFill>
                  <a:srgbClr val="FF0000"/>
                </a:solidFill>
                <a:effectLst/>
                <a:latin typeface="Inconsolata" pitchFamily="1" charset="0"/>
              </a:rPr>
              <a:t> </a:t>
            </a:r>
            <a:r>
              <a:rPr kumimoji="0" lang="ar-EG" altLang="ar-EG" sz="2000" b="0" i="0" u="none" strike="noStrike" cap="none" normalizeH="0" baseline="0" dirty="0" err="1">
                <a:ln>
                  <a:noFill/>
                </a:ln>
                <a:solidFill>
                  <a:srgbClr val="FF0000"/>
                </a:solidFill>
                <a:effectLst/>
                <a:latin typeface="Inconsolata" pitchFamily="1" charset="0"/>
              </a:rPr>
              <a:t>of</a:t>
            </a:r>
            <a:r>
              <a:rPr kumimoji="0" lang="ar-EG" altLang="ar-EG" sz="2000" b="0" i="0" u="none" strike="noStrike" cap="none" normalizeH="0" baseline="0" dirty="0">
                <a:ln>
                  <a:noFill/>
                </a:ln>
                <a:solidFill>
                  <a:srgbClr val="FF0000"/>
                </a:solidFill>
                <a:effectLst/>
                <a:latin typeface="Inconsolata" pitchFamily="1" charset="0"/>
              </a:rPr>
              <a:t> </a:t>
            </a:r>
            <a:r>
              <a:rPr kumimoji="0" lang="ar-EG" altLang="ar-EG" sz="2000" b="0" i="0" u="none" strike="noStrike" cap="none" normalizeH="0" baseline="0" dirty="0" err="1">
                <a:ln>
                  <a:noFill/>
                </a:ln>
                <a:solidFill>
                  <a:srgbClr val="FF0000"/>
                </a:solidFill>
                <a:effectLst/>
                <a:latin typeface="Inconsolata" pitchFamily="1" charset="0"/>
              </a:rPr>
              <a:t>Theory</a:t>
            </a:r>
            <a:endParaRPr kumimoji="0" lang="ar-EG" altLang="ar-EG" sz="2000" b="0" i="0" u="none" strike="noStrike" cap="none" normalizeH="0" baseline="0" dirty="0">
              <a:ln>
                <a:noFill/>
              </a:ln>
              <a:solidFill>
                <a:srgbClr val="FF0000"/>
              </a:solidFill>
              <a:effectLst/>
              <a:latin typeface="Inconsolata" pitchFamily="1"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r-EG" altLang="ar-EG" b="0" i="0" u="none" strike="noStrike" cap="none" normalizeH="0" baseline="0" dirty="0" err="1">
                <a:ln>
                  <a:noFill/>
                </a:ln>
                <a:solidFill>
                  <a:srgbClr val="FBF1C7"/>
                </a:solidFill>
                <a:effectLst/>
                <a:latin typeface="Arial Unicode MS"/>
              </a:rPr>
              <a:t>mkdir</a:t>
            </a:r>
            <a:r>
              <a:rPr kumimoji="0" lang="ar-EG" altLang="ar-EG" b="0" i="0" u="none" strike="noStrike" cap="none" normalizeH="0" baseline="0" dirty="0">
                <a:ln>
                  <a:noFill/>
                </a:ln>
                <a:solidFill>
                  <a:srgbClr val="FBF1C7"/>
                </a:solidFill>
                <a:effectLst/>
                <a:latin typeface="Arial Unicode MS"/>
              </a:rPr>
              <a:t> &lt;</a:t>
            </a:r>
            <a:r>
              <a:rPr kumimoji="0" lang="ar-EG" altLang="ar-EG" b="0" i="0" u="none" strike="noStrike" cap="none" normalizeH="0" baseline="0" dirty="0" err="1">
                <a:ln>
                  <a:noFill/>
                </a:ln>
                <a:solidFill>
                  <a:srgbClr val="FBF1C7"/>
                </a:solidFill>
                <a:effectLst/>
                <a:latin typeface="Arial Unicode MS"/>
              </a:rPr>
              <a:t>path</a:t>
            </a:r>
            <a:r>
              <a:rPr kumimoji="0" lang="ar-EG" altLang="ar-EG" b="0" i="0" u="none" strike="noStrike" cap="none" normalizeH="0" baseline="0" dirty="0">
                <a:ln>
                  <a:noFill/>
                </a:ln>
                <a:solidFill>
                  <a:srgbClr val="FBF1C7"/>
                </a:solidFill>
                <a:effectLst/>
                <a:latin typeface="Arial Unicode MS"/>
              </a:rPr>
              <a:t>&gt;</a:t>
            </a:r>
            <a:r>
              <a:rPr kumimoji="0" lang="ar-EG" altLang="ar-EG" sz="2800" b="0" i="0" u="none" strike="noStrike" cap="none" normalizeH="0" baseline="0" dirty="0">
                <a:ln>
                  <a:noFill/>
                </a:ln>
                <a:solidFill>
                  <a:srgbClr val="FBF1C7"/>
                </a:solidFill>
                <a:effectLst/>
                <a:latin typeface="Inconsolata" pitchFamily="1" charset="0"/>
              </a:rPr>
              <a:t> </a:t>
            </a:r>
            <a:r>
              <a:rPr kumimoji="0" lang="ar-EG" altLang="ar-EG" sz="2800" b="0" i="0" u="none" strike="noStrike" cap="none" normalizeH="0" baseline="0" dirty="0" err="1">
                <a:ln>
                  <a:noFill/>
                </a:ln>
                <a:solidFill>
                  <a:srgbClr val="FBF1C7"/>
                </a:solidFill>
                <a:effectLst/>
                <a:latin typeface="Inconsolata" pitchFamily="1" charset="0"/>
              </a:rPr>
              <a:t>can</a:t>
            </a:r>
            <a:r>
              <a:rPr kumimoji="0" lang="ar-EG" altLang="ar-EG" sz="2800" b="0" i="0" u="none" strike="noStrike" cap="none" normalizeH="0" baseline="0" dirty="0">
                <a:ln>
                  <a:noFill/>
                </a:ln>
                <a:solidFill>
                  <a:srgbClr val="FBF1C7"/>
                </a:solidFill>
                <a:effectLst/>
                <a:latin typeface="Inconsolata" pitchFamily="1" charset="0"/>
              </a:rPr>
              <a:t> </a:t>
            </a:r>
            <a:r>
              <a:rPr kumimoji="0" lang="ar-EG" altLang="ar-EG" sz="2800" b="0" i="0" u="none" strike="noStrike" cap="none" normalizeH="0" baseline="0" dirty="0" err="1">
                <a:ln>
                  <a:noFill/>
                </a:ln>
                <a:solidFill>
                  <a:srgbClr val="FBF1C7"/>
                </a:solidFill>
                <a:effectLst/>
                <a:latin typeface="Inconsolata" pitchFamily="1" charset="0"/>
              </a:rPr>
              <a:t>be</a:t>
            </a:r>
            <a:r>
              <a:rPr kumimoji="0" lang="ar-EG" altLang="ar-EG" sz="2800" b="0" i="0" u="none" strike="noStrike" cap="none" normalizeH="0" baseline="0" dirty="0">
                <a:ln>
                  <a:noFill/>
                </a:ln>
                <a:solidFill>
                  <a:srgbClr val="FBF1C7"/>
                </a:solidFill>
                <a:effectLst/>
                <a:latin typeface="Inconsolata" pitchFamily="1" charset="0"/>
              </a:rPr>
              <a:t> </a:t>
            </a:r>
            <a:r>
              <a:rPr kumimoji="0" lang="ar-EG" altLang="ar-EG" sz="2800" b="0" i="0" u="none" strike="noStrike" cap="none" normalizeH="0" baseline="0" dirty="0" err="1">
                <a:ln>
                  <a:noFill/>
                </a:ln>
                <a:solidFill>
                  <a:srgbClr val="FBF1C7"/>
                </a:solidFill>
                <a:effectLst/>
                <a:latin typeface="Inconsolata" pitchFamily="1" charset="0"/>
              </a:rPr>
              <a:t>used</a:t>
            </a:r>
            <a:r>
              <a:rPr kumimoji="0" lang="ar-EG" altLang="ar-EG" sz="2800" b="0" i="0" u="none" strike="noStrike" cap="none" normalizeH="0" baseline="0" dirty="0">
                <a:ln>
                  <a:noFill/>
                </a:ln>
                <a:solidFill>
                  <a:srgbClr val="FBF1C7"/>
                </a:solidFill>
                <a:effectLst/>
                <a:latin typeface="Inconsolata" pitchFamily="1" charset="0"/>
              </a:rPr>
              <a:t> </a:t>
            </a:r>
            <a:r>
              <a:rPr kumimoji="0" lang="ar-EG" altLang="ar-EG" sz="2800" b="0" i="0" u="none" strike="noStrike" cap="none" normalizeH="0" baseline="0" dirty="0" err="1">
                <a:ln>
                  <a:noFill/>
                </a:ln>
                <a:solidFill>
                  <a:srgbClr val="FBF1C7"/>
                </a:solidFill>
                <a:effectLst/>
                <a:latin typeface="Inconsolata" pitchFamily="1" charset="0"/>
              </a:rPr>
              <a:t>to</a:t>
            </a:r>
            <a:r>
              <a:rPr kumimoji="0" lang="ar-EG" altLang="ar-EG" sz="2800" b="0" i="0" u="none" strike="noStrike" cap="none" normalizeH="0" baseline="0" dirty="0">
                <a:ln>
                  <a:noFill/>
                </a:ln>
                <a:solidFill>
                  <a:srgbClr val="FBF1C7"/>
                </a:solidFill>
                <a:effectLst/>
                <a:latin typeface="Inconsolata" pitchFamily="1" charset="0"/>
              </a:rPr>
              <a:t> </a:t>
            </a:r>
            <a:r>
              <a:rPr kumimoji="0" lang="ar-EG" altLang="ar-EG" sz="2800" b="0" i="0" u="none" strike="noStrike" cap="none" normalizeH="0" baseline="0" dirty="0" err="1">
                <a:ln>
                  <a:noFill/>
                </a:ln>
                <a:solidFill>
                  <a:srgbClr val="FBF1C7"/>
                </a:solidFill>
                <a:effectLst/>
                <a:latin typeface="Inconsolata" pitchFamily="1" charset="0"/>
              </a:rPr>
              <a:t>create</a:t>
            </a:r>
            <a:r>
              <a:rPr kumimoji="0" lang="ar-EG" altLang="ar-EG" sz="2800" b="0" i="0" u="none" strike="noStrike" cap="none" normalizeH="0" baseline="0" dirty="0">
                <a:ln>
                  <a:noFill/>
                </a:ln>
                <a:solidFill>
                  <a:srgbClr val="FBF1C7"/>
                </a:solidFill>
                <a:effectLst/>
                <a:latin typeface="Inconsolata" pitchFamily="1" charset="0"/>
              </a:rPr>
              <a:t> a </a:t>
            </a:r>
            <a:r>
              <a:rPr kumimoji="0" lang="ar-EG" altLang="ar-EG" sz="2800" b="0" i="0" u="none" strike="noStrike" cap="none" normalizeH="0" baseline="0" dirty="0" err="1">
                <a:ln>
                  <a:noFill/>
                </a:ln>
                <a:solidFill>
                  <a:srgbClr val="FBF1C7"/>
                </a:solidFill>
                <a:effectLst/>
                <a:latin typeface="Inconsolata" pitchFamily="1" charset="0"/>
              </a:rPr>
              <a:t>new</a:t>
            </a:r>
            <a:r>
              <a:rPr kumimoji="0" lang="ar-EG" altLang="ar-EG" sz="2800" b="0" i="0" u="none" strike="noStrike" cap="none" normalizeH="0" baseline="0" dirty="0">
                <a:ln>
                  <a:noFill/>
                </a:ln>
                <a:solidFill>
                  <a:srgbClr val="FBF1C7"/>
                </a:solidFill>
                <a:effectLst/>
                <a:latin typeface="Inconsolata" pitchFamily="1" charset="0"/>
              </a:rPr>
              <a:t> </a:t>
            </a:r>
            <a:r>
              <a:rPr kumimoji="0" lang="ar-EG" altLang="ar-EG" sz="2800" b="0" i="0" u="none" strike="noStrike" cap="none" normalizeH="0" baseline="0" dirty="0" err="1">
                <a:ln>
                  <a:noFill/>
                </a:ln>
                <a:solidFill>
                  <a:srgbClr val="FBF1C7"/>
                </a:solidFill>
                <a:effectLst/>
                <a:latin typeface="Inconsolata" pitchFamily="1" charset="0"/>
              </a:rPr>
              <a:t>directory</a:t>
            </a:r>
            <a:r>
              <a:rPr kumimoji="0" lang="ar-EG" altLang="ar-EG" sz="2800" b="0" i="0" u="none" strike="noStrike" cap="none" normalizeH="0" baseline="0" dirty="0">
                <a:ln>
                  <a:noFill/>
                </a:ln>
                <a:solidFill>
                  <a:srgbClr val="FBF1C7"/>
                </a:solidFill>
                <a:effectLst/>
                <a:latin typeface="Inconsolata" pitchFamily="1"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r-EG" altLang="ar-EG" b="0" i="0" u="none" strike="noStrike" cap="none" normalizeH="0" baseline="0" dirty="0" err="1">
                <a:ln>
                  <a:noFill/>
                </a:ln>
                <a:solidFill>
                  <a:srgbClr val="FBF1C7"/>
                </a:solidFill>
                <a:effectLst/>
                <a:latin typeface="Arial Unicode MS"/>
              </a:rPr>
              <a:t>cp</a:t>
            </a:r>
            <a:r>
              <a:rPr kumimoji="0" lang="ar-EG" altLang="ar-EG" b="0" i="0" u="none" strike="noStrike" cap="none" normalizeH="0" baseline="0" dirty="0">
                <a:ln>
                  <a:noFill/>
                </a:ln>
                <a:solidFill>
                  <a:srgbClr val="FBF1C7"/>
                </a:solidFill>
                <a:effectLst/>
                <a:latin typeface="Arial Unicode MS"/>
              </a:rPr>
              <a:t> &lt;</a:t>
            </a:r>
            <a:r>
              <a:rPr kumimoji="0" lang="ar-EG" altLang="ar-EG" b="0" i="0" u="none" strike="noStrike" cap="none" normalizeH="0" baseline="0" dirty="0" err="1">
                <a:ln>
                  <a:noFill/>
                </a:ln>
                <a:solidFill>
                  <a:srgbClr val="FBF1C7"/>
                </a:solidFill>
                <a:effectLst/>
                <a:latin typeface="Arial Unicode MS"/>
              </a:rPr>
              <a:t>source</a:t>
            </a:r>
            <a:r>
              <a:rPr kumimoji="0" lang="ar-EG" altLang="ar-EG" b="0" i="0" u="none" strike="noStrike" cap="none" normalizeH="0" baseline="0" dirty="0">
                <a:ln>
                  <a:noFill/>
                </a:ln>
                <a:solidFill>
                  <a:srgbClr val="FBF1C7"/>
                </a:solidFill>
                <a:effectLst/>
                <a:latin typeface="Arial Unicode MS"/>
              </a:rPr>
              <a:t>&gt; &lt;</a:t>
            </a:r>
            <a:r>
              <a:rPr kumimoji="0" lang="ar-EG" altLang="ar-EG" b="0" i="0" u="none" strike="noStrike" cap="none" normalizeH="0" baseline="0" dirty="0" err="1">
                <a:ln>
                  <a:noFill/>
                </a:ln>
                <a:solidFill>
                  <a:srgbClr val="FBF1C7"/>
                </a:solidFill>
                <a:effectLst/>
                <a:latin typeface="Arial Unicode MS"/>
              </a:rPr>
              <a:t>destination</a:t>
            </a:r>
            <a:r>
              <a:rPr kumimoji="0" lang="ar-EG" altLang="ar-EG" b="0" i="0" u="none" strike="noStrike" cap="none" normalizeH="0" baseline="0" dirty="0">
                <a:ln>
                  <a:noFill/>
                </a:ln>
                <a:solidFill>
                  <a:srgbClr val="FBF1C7"/>
                </a:solidFill>
                <a:effectLst/>
                <a:latin typeface="Arial Unicode MS"/>
              </a:rPr>
              <a:t>&gt;</a:t>
            </a:r>
            <a:r>
              <a:rPr kumimoji="0" lang="ar-EG" altLang="ar-EG" sz="2800" b="0" i="0" u="none" strike="noStrike" cap="none" normalizeH="0" baseline="0" dirty="0">
                <a:ln>
                  <a:noFill/>
                </a:ln>
                <a:solidFill>
                  <a:srgbClr val="FBF1C7"/>
                </a:solidFill>
                <a:effectLst/>
                <a:latin typeface="Inconsolata" pitchFamily="1" charset="0"/>
              </a:rPr>
              <a:t> </a:t>
            </a:r>
            <a:r>
              <a:rPr kumimoji="0" lang="ar-EG" altLang="ar-EG" sz="2800" b="0" i="0" u="none" strike="noStrike" cap="none" normalizeH="0" baseline="0" dirty="0" err="1">
                <a:ln>
                  <a:noFill/>
                </a:ln>
                <a:solidFill>
                  <a:srgbClr val="FBF1C7"/>
                </a:solidFill>
                <a:effectLst/>
                <a:latin typeface="Inconsolata" pitchFamily="1" charset="0"/>
              </a:rPr>
              <a:t>copies</a:t>
            </a:r>
            <a:r>
              <a:rPr kumimoji="0" lang="ar-EG" altLang="ar-EG" sz="2800" b="0" i="0" u="none" strike="noStrike" cap="none" normalizeH="0" baseline="0" dirty="0">
                <a:ln>
                  <a:noFill/>
                </a:ln>
                <a:solidFill>
                  <a:srgbClr val="FBF1C7"/>
                </a:solidFill>
                <a:effectLst/>
                <a:latin typeface="Inconsolata" pitchFamily="1" charset="0"/>
              </a:rPr>
              <a:t> </a:t>
            </a:r>
            <a:r>
              <a:rPr kumimoji="0" lang="ar-EG" altLang="ar-EG" sz="2800" b="0" i="0" u="none" strike="noStrike" cap="none" normalizeH="0" baseline="0" dirty="0" err="1">
                <a:ln>
                  <a:noFill/>
                </a:ln>
                <a:solidFill>
                  <a:srgbClr val="FBF1C7"/>
                </a:solidFill>
                <a:effectLst/>
                <a:latin typeface="Inconsolata" pitchFamily="1" charset="0"/>
              </a:rPr>
              <a:t>files</a:t>
            </a:r>
            <a:r>
              <a:rPr kumimoji="0" lang="ar-EG" altLang="ar-EG" sz="2800" b="0" i="0" u="none" strike="noStrike" cap="none" normalizeH="0" baseline="0" dirty="0">
                <a:ln>
                  <a:noFill/>
                </a:ln>
                <a:solidFill>
                  <a:srgbClr val="FBF1C7"/>
                </a:solidFill>
                <a:effectLst/>
                <a:latin typeface="Inconsolata" pitchFamily="1"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r-EG" altLang="ar-EG" b="0" i="0" u="none" strike="noStrike" cap="none" normalizeH="0" baseline="0" dirty="0">
                <a:ln>
                  <a:noFill/>
                </a:ln>
                <a:solidFill>
                  <a:srgbClr val="FBF1C7"/>
                </a:solidFill>
                <a:effectLst/>
                <a:latin typeface="Arial Unicode MS"/>
              </a:rPr>
              <a:t>mv &lt;</a:t>
            </a:r>
            <a:r>
              <a:rPr kumimoji="0" lang="ar-EG" altLang="ar-EG" b="0" i="0" u="none" strike="noStrike" cap="none" normalizeH="0" baseline="0" dirty="0" err="1">
                <a:ln>
                  <a:noFill/>
                </a:ln>
                <a:solidFill>
                  <a:srgbClr val="FBF1C7"/>
                </a:solidFill>
                <a:effectLst/>
                <a:latin typeface="Arial Unicode MS"/>
              </a:rPr>
              <a:t>source</a:t>
            </a:r>
            <a:r>
              <a:rPr kumimoji="0" lang="ar-EG" altLang="ar-EG" b="0" i="0" u="none" strike="noStrike" cap="none" normalizeH="0" baseline="0" dirty="0">
                <a:ln>
                  <a:noFill/>
                </a:ln>
                <a:solidFill>
                  <a:srgbClr val="FBF1C7"/>
                </a:solidFill>
                <a:effectLst/>
                <a:latin typeface="Arial Unicode MS"/>
              </a:rPr>
              <a:t>&gt; &lt;</a:t>
            </a:r>
            <a:r>
              <a:rPr kumimoji="0" lang="ar-EG" altLang="ar-EG" b="0" i="0" u="none" strike="noStrike" cap="none" normalizeH="0" baseline="0" dirty="0" err="1">
                <a:ln>
                  <a:noFill/>
                </a:ln>
                <a:solidFill>
                  <a:srgbClr val="FBF1C7"/>
                </a:solidFill>
                <a:effectLst/>
                <a:latin typeface="Arial Unicode MS"/>
              </a:rPr>
              <a:t>destination</a:t>
            </a:r>
            <a:r>
              <a:rPr kumimoji="0" lang="ar-EG" altLang="ar-EG" b="0" i="0" u="none" strike="noStrike" cap="none" normalizeH="0" baseline="0" dirty="0">
                <a:ln>
                  <a:noFill/>
                </a:ln>
                <a:solidFill>
                  <a:srgbClr val="FBF1C7"/>
                </a:solidFill>
                <a:effectLst/>
                <a:latin typeface="Arial Unicode MS"/>
              </a:rPr>
              <a:t>&gt;</a:t>
            </a:r>
            <a:r>
              <a:rPr kumimoji="0" lang="ar-EG" altLang="ar-EG" sz="2800" b="0" i="0" u="none" strike="noStrike" cap="none" normalizeH="0" baseline="0" dirty="0">
                <a:ln>
                  <a:noFill/>
                </a:ln>
                <a:solidFill>
                  <a:srgbClr val="FBF1C7"/>
                </a:solidFill>
                <a:effectLst/>
                <a:latin typeface="Inconsolata" pitchFamily="1" charset="0"/>
              </a:rPr>
              <a:t> </a:t>
            </a:r>
            <a:r>
              <a:rPr kumimoji="0" lang="ar-EG" altLang="ar-EG" sz="2800" b="0" i="0" u="none" strike="noStrike" cap="none" normalizeH="0" baseline="0" dirty="0" err="1">
                <a:ln>
                  <a:noFill/>
                </a:ln>
                <a:solidFill>
                  <a:srgbClr val="FBF1C7"/>
                </a:solidFill>
                <a:effectLst/>
                <a:latin typeface="Inconsolata" pitchFamily="1" charset="0"/>
              </a:rPr>
              <a:t>moves</a:t>
            </a:r>
            <a:r>
              <a:rPr kumimoji="0" lang="ar-EG" altLang="ar-EG" sz="2800" b="0" i="0" u="none" strike="noStrike" cap="none" normalizeH="0" baseline="0" dirty="0">
                <a:ln>
                  <a:noFill/>
                </a:ln>
                <a:solidFill>
                  <a:srgbClr val="FBF1C7"/>
                </a:solidFill>
                <a:effectLst/>
                <a:latin typeface="Inconsolata" pitchFamily="1" charset="0"/>
              </a:rPr>
              <a:t> </a:t>
            </a:r>
            <a:r>
              <a:rPr kumimoji="0" lang="ar-EG" altLang="ar-EG" sz="2800" b="0" i="0" u="none" strike="noStrike" cap="none" normalizeH="0" baseline="0" dirty="0" err="1">
                <a:ln>
                  <a:noFill/>
                </a:ln>
                <a:solidFill>
                  <a:srgbClr val="FBF1C7"/>
                </a:solidFill>
                <a:effectLst/>
                <a:latin typeface="Inconsolata" pitchFamily="1" charset="0"/>
              </a:rPr>
              <a:t>or</a:t>
            </a:r>
            <a:r>
              <a:rPr kumimoji="0" lang="ar-EG" altLang="ar-EG" sz="2800" b="0" i="0" u="none" strike="noStrike" cap="none" normalizeH="0" baseline="0" dirty="0">
                <a:ln>
                  <a:noFill/>
                </a:ln>
                <a:solidFill>
                  <a:srgbClr val="FBF1C7"/>
                </a:solidFill>
                <a:effectLst/>
                <a:latin typeface="Inconsolata" pitchFamily="1" charset="0"/>
              </a:rPr>
              <a:t> </a:t>
            </a:r>
            <a:r>
              <a:rPr kumimoji="0" lang="ar-EG" altLang="ar-EG" sz="2800" b="0" i="0" u="none" strike="noStrike" cap="none" normalizeH="0" baseline="0" dirty="0" err="1">
                <a:ln>
                  <a:noFill/>
                </a:ln>
                <a:solidFill>
                  <a:srgbClr val="FBF1C7"/>
                </a:solidFill>
                <a:effectLst/>
                <a:latin typeface="Inconsolata" pitchFamily="1" charset="0"/>
              </a:rPr>
              <a:t>renames</a:t>
            </a:r>
            <a:r>
              <a:rPr kumimoji="0" lang="ar-EG" altLang="ar-EG" sz="2800" b="0" i="0" u="none" strike="noStrike" cap="none" normalizeH="0" baseline="0" dirty="0">
                <a:ln>
                  <a:noFill/>
                </a:ln>
                <a:solidFill>
                  <a:srgbClr val="FBF1C7"/>
                </a:solidFill>
                <a:effectLst/>
                <a:latin typeface="Inconsolata" pitchFamily="1" charset="0"/>
              </a:rPr>
              <a:t> </a:t>
            </a:r>
            <a:r>
              <a:rPr kumimoji="0" lang="ar-EG" altLang="ar-EG" sz="2800" b="0" i="0" u="none" strike="noStrike" cap="none" normalizeH="0" baseline="0" dirty="0" err="1">
                <a:ln>
                  <a:noFill/>
                </a:ln>
                <a:solidFill>
                  <a:srgbClr val="FBF1C7"/>
                </a:solidFill>
                <a:effectLst/>
                <a:latin typeface="Inconsolata" pitchFamily="1" charset="0"/>
              </a:rPr>
              <a:t>files</a:t>
            </a:r>
            <a:r>
              <a:rPr kumimoji="0" lang="ar-EG" altLang="ar-EG" sz="2800" b="0" i="0" u="none" strike="noStrike" cap="none" normalizeH="0" baseline="0" dirty="0">
                <a:ln>
                  <a:noFill/>
                </a:ln>
                <a:solidFill>
                  <a:srgbClr val="FBF1C7"/>
                </a:solidFill>
                <a:effectLst/>
                <a:latin typeface="Inconsolata" pitchFamily="1"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r-EG" altLang="ar-EG"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47798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8C120B0-47F2-2A7C-F465-25D991837E5B}"/>
              </a:ext>
            </a:extLst>
          </p:cNvPr>
          <p:cNvSpPr txBox="1"/>
          <p:nvPr/>
        </p:nvSpPr>
        <p:spPr>
          <a:xfrm>
            <a:off x="176981" y="397639"/>
            <a:ext cx="11582400" cy="2677656"/>
          </a:xfrm>
          <a:prstGeom prst="rect">
            <a:avLst/>
          </a:prstGeom>
          <a:noFill/>
        </p:spPr>
        <p:txBody>
          <a:bodyPr wrap="square">
            <a:spAutoFit/>
          </a:bodyPr>
          <a:lstStyle/>
          <a:p>
            <a:pPr algn="just"/>
            <a:r>
              <a:rPr lang="en-US" sz="2400" b="1" i="0" dirty="0" err="1">
                <a:effectLst/>
                <a:latin typeface="Inconsolata" pitchFamily="1" charset="0"/>
              </a:rPr>
              <a:t>Hexdumps</a:t>
            </a:r>
            <a:r>
              <a:rPr lang="en-US" sz="2400" b="0" i="0" dirty="0">
                <a:effectLst/>
                <a:latin typeface="Inconsolata" pitchFamily="1" charset="0"/>
              </a:rPr>
              <a:t> are often used when we want to look at data that cannot be represented in strings and therefore is not readable, so it is easier to look at the hex values. A </a:t>
            </a:r>
            <a:r>
              <a:rPr lang="en-US" sz="2400" b="0" i="0" dirty="0" err="1">
                <a:effectLst/>
                <a:latin typeface="Inconsolata" pitchFamily="1" charset="0"/>
              </a:rPr>
              <a:t>hexdump</a:t>
            </a:r>
            <a:r>
              <a:rPr lang="en-US" sz="2400" b="0" i="0" dirty="0">
                <a:effectLst/>
                <a:latin typeface="Inconsolata" pitchFamily="1" charset="0"/>
              </a:rPr>
              <a:t> has three main columns. The first shows the address, the second the hex representation of the data on that address and the last shows the actual data as strings (with ‘.’ being hex values that cannot be represented as a string). Many hex editors exist just pick the one you like most.</a:t>
            </a:r>
            <a:endParaRPr lang="ar-EG" sz="2400" dirty="0"/>
          </a:p>
        </p:txBody>
      </p:sp>
      <p:sp>
        <p:nvSpPr>
          <p:cNvPr id="6" name="Rectangle 1">
            <a:extLst>
              <a:ext uri="{FF2B5EF4-FFF2-40B4-BE49-F238E27FC236}">
                <a16:creationId xmlns:a16="http://schemas.microsoft.com/office/drawing/2014/main" id="{5C0EEC0E-F69A-D4B5-CE59-03309D1FF431}"/>
              </a:ext>
            </a:extLst>
          </p:cNvPr>
          <p:cNvSpPr>
            <a:spLocks noChangeArrowheads="1"/>
          </p:cNvSpPr>
          <p:nvPr/>
        </p:nvSpPr>
        <p:spPr bwMode="auto">
          <a:xfrm>
            <a:off x="176981" y="3148064"/>
            <a:ext cx="115824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sz="2000" b="0" i="0" dirty="0">
                <a:solidFill>
                  <a:srgbClr val="252525"/>
                </a:solidFill>
                <a:effectLst/>
                <a:latin typeface="Roboto" panose="02000000000000000000" pitchFamily="2" charset="0"/>
              </a:rPr>
              <a:t>For the command line </a:t>
            </a:r>
            <a:r>
              <a:rPr lang="en-US" sz="2000" b="0" i="0" dirty="0" err="1">
                <a:solidFill>
                  <a:srgbClr val="FF0000"/>
                </a:solidFill>
                <a:effectLst/>
                <a:latin typeface="Roboto" panose="02000000000000000000" pitchFamily="2" charset="0"/>
              </a:rPr>
              <a:t>xxd</a:t>
            </a:r>
            <a:r>
              <a:rPr lang="en-US" sz="2000" b="0" i="0" dirty="0">
                <a:solidFill>
                  <a:srgbClr val="252525"/>
                </a:solidFill>
                <a:effectLst/>
                <a:latin typeface="Roboto" panose="02000000000000000000" pitchFamily="2" charset="0"/>
              </a:rPr>
              <a:t> can be used. </a:t>
            </a:r>
            <a:r>
              <a:rPr lang="en-US" sz="2000" b="0" i="0" dirty="0" err="1">
                <a:solidFill>
                  <a:srgbClr val="252525"/>
                </a:solidFill>
                <a:effectLst/>
                <a:latin typeface="Roboto" panose="02000000000000000000" pitchFamily="2" charset="0"/>
              </a:rPr>
              <a:t>xxd</a:t>
            </a:r>
            <a:r>
              <a:rPr lang="en-US" sz="2000" b="0" i="0" dirty="0">
                <a:solidFill>
                  <a:srgbClr val="252525"/>
                </a:solidFill>
                <a:effectLst/>
                <a:latin typeface="Roboto" panose="02000000000000000000" pitchFamily="2" charset="0"/>
              </a:rPr>
              <a:t> &lt;</a:t>
            </a:r>
            <a:r>
              <a:rPr lang="en-US" sz="2000" b="0" i="0" dirty="0" err="1">
                <a:solidFill>
                  <a:srgbClr val="252525"/>
                </a:solidFill>
                <a:effectLst/>
                <a:latin typeface="Roboto" panose="02000000000000000000" pitchFamily="2" charset="0"/>
              </a:rPr>
              <a:t>input_file</a:t>
            </a:r>
            <a:r>
              <a:rPr lang="en-US" sz="2000" b="0" i="0" dirty="0">
                <a:solidFill>
                  <a:srgbClr val="252525"/>
                </a:solidFill>
                <a:effectLst/>
                <a:latin typeface="Roboto" panose="02000000000000000000" pitchFamily="2" charset="0"/>
              </a:rPr>
              <a:t>&gt; &lt;</a:t>
            </a:r>
            <a:r>
              <a:rPr lang="en-US" sz="2000" b="0" i="0" dirty="0" err="1">
                <a:solidFill>
                  <a:srgbClr val="252525"/>
                </a:solidFill>
                <a:effectLst/>
                <a:latin typeface="Roboto" panose="02000000000000000000" pitchFamily="2" charset="0"/>
              </a:rPr>
              <a:t>output_file</a:t>
            </a:r>
            <a:r>
              <a:rPr lang="en-US" sz="2000" b="0" i="0" dirty="0">
                <a:solidFill>
                  <a:srgbClr val="252525"/>
                </a:solidFill>
                <a:effectLst/>
                <a:latin typeface="Roboto" panose="02000000000000000000" pitchFamily="2" charset="0"/>
              </a:rPr>
              <a:t>&gt; creates </a:t>
            </a:r>
            <a:r>
              <a:rPr lang="en-US" sz="2000" b="0" i="0" dirty="0" err="1">
                <a:solidFill>
                  <a:srgbClr val="252525"/>
                </a:solidFill>
                <a:effectLst/>
                <a:latin typeface="Roboto" panose="02000000000000000000" pitchFamily="2" charset="0"/>
              </a:rPr>
              <a:t>hexdumps</a:t>
            </a:r>
            <a:r>
              <a:rPr lang="en-US" sz="2000" b="0" i="0" dirty="0">
                <a:solidFill>
                  <a:srgbClr val="252525"/>
                </a:solidFill>
                <a:effectLst/>
                <a:latin typeface="Roboto" panose="02000000000000000000" pitchFamily="2" charset="0"/>
              </a:rPr>
              <a:t>. When using the</a:t>
            </a:r>
            <a:r>
              <a:rPr lang="en-US" sz="2000" b="0" i="0" dirty="0">
                <a:solidFill>
                  <a:srgbClr val="FF0000"/>
                </a:solidFill>
                <a:effectLst/>
                <a:latin typeface="Roboto" panose="02000000000000000000" pitchFamily="2" charset="0"/>
              </a:rPr>
              <a:t> -r </a:t>
            </a:r>
            <a:r>
              <a:rPr lang="en-US" sz="2000" b="0" i="0" dirty="0">
                <a:solidFill>
                  <a:srgbClr val="252525"/>
                </a:solidFill>
                <a:effectLst/>
                <a:latin typeface="Roboto" panose="02000000000000000000" pitchFamily="2" charset="0"/>
              </a:rPr>
              <a:t>flag, it reverts the </a:t>
            </a:r>
            <a:r>
              <a:rPr lang="en-US" sz="2000" b="0" i="0" dirty="0" err="1">
                <a:solidFill>
                  <a:srgbClr val="252525"/>
                </a:solidFill>
                <a:effectLst/>
                <a:latin typeface="Roboto" panose="02000000000000000000" pitchFamily="2" charset="0"/>
              </a:rPr>
              <a:t>hexdump</a:t>
            </a:r>
            <a:r>
              <a:rPr lang="en-US" sz="2000" b="0" i="0" dirty="0">
                <a:solidFill>
                  <a:srgbClr val="252525"/>
                </a:solidFill>
                <a:effectLst/>
                <a:latin typeface="Roboto" panose="02000000000000000000" pitchFamily="2" charset="0"/>
              </a:rPr>
              <a:t>.</a:t>
            </a:r>
            <a:endParaRPr kumimoji="0" lang="ar-EG" altLang="ar-EG" sz="3200" b="0" i="0" u="none" strike="noStrike" cap="none" normalizeH="0" baseline="0" dirty="0">
              <a:ln>
                <a:noFill/>
              </a:ln>
              <a:effectLst/>
            </a:endParaRPr>
          </a:p>
        </p:txBody>
      </p:sp>
      <p:sp>
        <p:nvSpPr>
          <p:cNvPr id="10" name="TextBox 9">
            <a:extLst>
              <a:ext uri="{FF2B5EF4-FFF2-40B4-BE49-F238E27FC236}">
                <a16:creationId xmlns:a16="http://schemas.microsoft.com/office/drawing/2014/main" id="{B27E2BC8-A58E-3E2D-BAD3-79DB13E4C65B}"/>
              </a:ext>
            </a:extLst>
          </p:cNvPr>
          <p:cNvSpPr txBox="1"/>
          <p:nvPr/>
        </p:nvSpPr>
        <p:spPr>
          <a:xfrm>
            <a:off x="108155" y="4294603"/>
            <a:ext cx="11818374" cy="1569660"/>
          </a:xfrm>
          <a:prstGeom prst="rect">
            <a:avLst/>
          </a:prstGeom>
          <a:noFill/>
        </p:spPr>
        <p:txBody>
          <a:bodyPr wrap="square">
            <a:spAutoFit/>
          </a:bodyPr>
          <a:lstStyle/>
          <a:p>
            <a:r>
              <a:rPr lang="en-US" sz="2400" b="0" i="0" dirty="0">
                <a:solidFill>
                  <a:srgbClr val="242424"/>
                </a:solidFill>
                <a:effectLst/>
                <a:latin typeface="source-serif-pro"/>
              </a:rPr>
              <a:t>In the home directory, you will discover a file named data.txt. Given that this file necessitates multiple transformations, establish a fresh directory within </a:t>
            </a:r>
            <a:r>
              <a:rPr lang="en-US" sz="2400" b="1" i="0" dirty="0">
                <a:solidFill>
                  <a:srgbClr val="242424"/>
                </a:solidFill>
                <a:effectLst/>
                <a:latin typeface="source-serif-pro"/>
              </a:rPr>
              <a:t>/</a:t>
            </a:r>
            <a:r>
              <a:rPr lang="en-US" sz="2400" b="1" i="0" dirty="0" err="1">
                <a:solidFill>
                  <a:srgbClr val="242424"/>
                </a:solidFill>
                <a:effectLst/>
                <a:latin typeface="source-serif-pro"/>
              </a:rPr>
              <a:t>tmp</a:t>
            </a:r>
            <a:r>
              <a:rPr lang="en-US" sz="2400" b="0" i="0" dirty="0">
                <a:solidFill>
                  <a:srgbClr val="242424"/>
                </a:solidFill>
                <a:effectLst/>
                <a:latin typeface="source-serif-pro"/>
              </a:rPr>
              <a:t>/, for instance: </a:t>
            </a:r>
            <a:r>
              <a:rPr lang="en-US" sz="2400" b="1" i="0" dirty="0" err="1">
                <a:solidFill>
                  <a:srgbClr val="242424"/>
                </a:solidFill>
                <a:effectLst/>
                <a:latin typeface="source-serif-pro"/>
              </a:rPr>
              <a:t>mkdir</a:t>
            </a:r>
            <a:r>
              <a:rPr lang="en-US" sz="2400" b="1" i="0" dirty="0">
                <a:solidFill>
                  <a:srgbClr val="242424"/>
                </a:solidFill>
                <a:effectLst/>
                <a:latin typeface="source-serif-pro"/>
              </a:rPr>
              <a:t> /</a:t>
            </a:r>
            <a:r>
              <a:rPr lang="en-US" sz="2400" b="1" i="0" dirty="0" err="1">
                <a:solidFill>
                  <a:srgbClr val="242424"/>
                </a:solidFill>
                <a:effectLst/>
                <a:latin typeface="source-serif-pro"/>
              </a:rPr>
              <a:t>tmp</a:t>
            </a:r>
            <a:r>
              <a:rPr lang="en-US" sz="2400" b="1" i="0" dirty="0">
                <a:solidFill>
                  <a:srgbClr val="242424"/>
                </a:solidFill>
                <a:effectLst/>
                <a:latin typeface="source-serif-pro"/>
              </a:rPr>
              <a:t>/txone1</a:t>
            </a:r>
            <a:r>
              <a:rPr lang="en-US" sz="2400" b="0" i="0" dirty="0">
                <a:solidFill>
                  <a:srgbClr val="242424"/>
                </a:solidFill>
                <a:effectLst/>
                <a:latin typeface="source-serif-pro"/>
              </a:rPr>
              <a:t>. Subsequently, employ the </a:t>
            </a:r>
            <a:r>
              <a:rPr lang="en-US" sz="2400" b="1" i="0" dirty="0">
                <a:solidFill>
                  <a:srgbClr val="242424"/>
                </a:solidFill>
                <a:effectLst/>
                <a:latin typeface="source-serif-pro"/>
              </a:rPr>
              <a:t>cp </a:t>
            </a:r>
            <a:r>
              <a:rPr lang="en-US" sz="2400" b="0" i="0" dirty="0">
                <a:solidFill>
                  <a:srgbClr val="242424"/>
                </a:solidFill>
                <a:effectLst/>
                <a:latin typeface="source-serif-pro"/>
              </a:rPr>
              <a:t>command to duplicate the </a:t>
            </a:r>
            <a:r>
              <a:rPr lang="en-US" sz="2400" b="1" i="0" dirty="0">
                <a:solidFill>
                  <a:srgbClr val="242424"/>
                </a:solidFill>
                <a:effectLst/>
                <a:latin typeface="source-serif-pro"/>
              </a:rPr>
              <a:t>data.txt</a:t>
            </a:r>
            <a:r>
              <a:rPr lang="en-US" sz="2400" b="0" i="0" dirty="0">
                <a:solidFill>
                  <a:srgbClr val="242424"/>
                </a:solidFill>
                <a:effectLst/>
                <a:latin typeface="source-serif-pro"/>
              </a:rPr>
              <a:t> file into the newly created directory and employ </a:t>
            </a:r>
            <a:r>
              <a:rPr lang="en-US" sz="2400" b="1" i="0" dirty="0">
                <a:solidFill>
                  <a:srgbClr val="242424"/>
                </a:solidFill>
                <a:effectLst/>
                <a:latin typeface="source-serif-pro"/>
              </a:rPr>
              <a:t>mv </a:t>
            </a:r>
            <a:r>
              <a:rPr lang="en-US" sz="2400" b="0" i="0" dirty="0">
                <a:solidFill>
                  <a:srgbClr val="242424"/>
                </a:solidFill>
                <a:effectLst/>
                <a:latin typeface="source-serif-pro"/>
              </a:rPr>
              <a:t>(read the </a:t>
            </a:r>
            <a:r>
              <a:rPr lang="en-US" sz="2400" b="0" i="0" dirty="0" err="1">
                <a:solidFill>
                  <a:srgbClr val="242424"/>
                </a:solidFill>
                <a:effectLst/>
                <a:latin typeface="source-serif-pro"/>
              </a:rPr>
              <a:t>manpages</a:t>
            </a:r>
            <a:r>
              <a:rPr lang="en-US" sz="2400" b="0" i="0" dirty="0">
                <a:solidFill>
                  <a:srgbClr val="242424"/>
                </a:solidFill>
                <a:effectLst/>
                <a:latin typeface="source-serif-pro"/>
              </a:rPr>
              <a:t>!) to rename it.</a:t>
            </a:r>
            <a:endParaRPr lang="ar-EG" sz="2400" dirty="0"/>
          </a:p>
        </p:txBody>
      </p:sp>
    </p:spTree>
    <p:extLst>
      <p:ext uri="{BB962C8B-B14F-4D97-AF65-F5344CB8AC3E}">
        <p14:creationId xmlns:p14="http://schemas.microsoft.com/office/powerpoint/2010/main" val="2649455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7700746-A4EF-213D-945A-8EF0B72664F0}"/>
              </a:ext>
            </a:extLst>
          </p:cNvPr>
          <p:cNvSpPr txBox="1"/>
          <p:nvPr/>
        </p:nvSpPr>
        <p:spPr>
          <a:xfrm>
            <a:off x="186812" y="125726"/>
            <a:ext cx="11552903" cy="2248693"/>
          </a:xfrm>
          <a:prstGeom prst="rect">
            <a:avLst/>
          </a:prstGeom>
          <a:noFill/>
        </p:spPr>
        <p:txBody>
          <a:bodyPr wrap="square">
            <a:spAutoFit/>
          </a:bodyPr>
          <a:lstStyle/>
          <a:p>
            <a:pPr>
              <a:lnSpc>
                <a:spcPct val="150000"/>
              </a:lnSpc>
            </a:pPr>
            <a:r>
              <a:rPr lang="en-US" sz="2400" b="0" i="0" dirty="0">
                <a:solidFill>
                  <a:srgbClr val="242424"/>
                </a:solidFill>
                <a:effectLst/>
                <a:latin typeface="source-serif-pro"/>
              </a:rPr>
              <a:t>After completing these initial steps, navigate to the newly created directory within </a:t>
            </a:r>
            <a:r>
              <a:rPr lang="en-US" sz="2400" b="1" i="0" dirty="0">
                <a:solidFill>
                  <a:srgbClr val="242424"/>
                </a:solidFill>
                <a:effectLst/>
                <a:latin typeface="source-serif-pro"/>
              </a:rPr>
              <a:t>/</a:t>
            </a:r>
            <a:r>
              <a:rPr lang="en-US" sz="2400" b="1" i="0" dirty="0" err="1">
                <a:solidFill>
                  <a:srgbClr val="242424"/>
                </a:solidFill>
                <a:effectLst/>
                <a:latin typeface="source-serif-pro"/>
              </a:rPr>
              <a:t>tmp</a:t>
            </a:r>
            <a:r>
              <a:rPr lang="en-US" sz="2400" b="1" i="0" dirty="0">
                <a:solidFill>
                  <a:srgbClr val="242424"/>
                </a:solidFill>
                <a:effectLst/>
                <a:latin typeface="source-serif-pro"/>
              </a:rPr>
              <a:t>/.</a:t>
            </a:r>
            <a:r>
              <a:rPr lang="en-US" sz="2400" b="0" i="0" dirty="0">
                <a:solidFill>
                  <a:srgbClr val="242424"/>
                </a:solidFill>
                <a:effectLst/>
                <a:latin typeface="source-serif-pro"/>
              </a:rPr>
              <a:t> When you inspect the contents of the data.txt file using the cat command, it will display a hexadecimal dump. To reverse this hex dump, use the </a:t>
            </a:r>
            <a:r>
              <a:rPr lang="en-US" sz="2400" b="1" i="0" dirty="0" err="1">
                <a:solidFill>
                  <a:srgbClr val="242424"/>
                </a:solidFill>
                <a:effectLst/>
                <a:latin typeface="source-serif-pro"/>
              </a:rPr>
              <a:t>xxd</a:t>
            </a:r>
            <a:r>
              <a:rPr lang="en-US" sz="2400" b="1" i="0" dirty="0">
                <a:solidFill>
                  <a:srgbClr val="242424"/>
                </a:solidFill>
                <a:effectLst/>
                <a:latin typeface="source-serif-pro"/>
              </a:rPr>
              <a:t> </a:t>
            </a:r>
            <a:r>
              <a:rPr lang="en-US" sz="2400" b="0" i="0" dirty="0">
                <a:solidFill>
                  <a:srgbClr val="242424"/>
                </a:solidFill>
                <a:effectLst/>
                <a:latin typeface="source-serif-pro"/>
              </a:rPr>
              <a:t>command with the </a:t>
            </a:r>
            <a:r>
              <a:rPr lang="en-US" sz="2400" b="1" i="0" dirty="0">
                <a:solidFill>
                  <a:srgbClr val="242424"/>
                </a:solidFill>
                <a:effectLst/>
                <a:latin typeface="source-serif-pro"/>
              </a:rPr>
              <a:t>‘-r’ </a:t>
            </a:r>
            <a:r>
              <a:rPr lang="en-US" sz="2400" b="0" i="0" dirty="0">
                <a:solidFill>
                  <a:srgbClr val="242424"/>
                </a:solidFill>
                <a:effectLst/>
                <a:latin typeface="source-serif-pro"/>
              </a:rPr>
              <a:t>switch and pipe the output into a new file named </a:t>
            </a:r>
            <a:r>
              <a:rPr lang="en-US" sz="2400" b="1" i="0" dirty="0">
                <a:solidFill>
                  <a:srgbClr val="242424"/>
                </a:solidFill>
                <a:effectLst/>
                <a:latin typeface="source-serif-pro"/>
              </a:rPr>
              <a:t>data</a:t>
            </a:r>
            <a:r>
              <a:rPr lang="en-US" sz="2400" b="0" i="0" dirty="0">
                <a:solidFill>
                  <a:srgbClr val="242424"/>
                </a:solidFill>
                <a:effectLst/>
                <a:latin typeface="source-serif-pro"/>
              </a:rPr>
              <a:t>.</a:t>
            </a:r>
            <a:endParaRPr lang="ar-EG" sz="2400" dirty="0"/>
          </a:p>
        </p:txBody>
      </p:sp>
      <p:sp>
        <p:nvSpPr>
          <p:cNvPr id="6" name="TextBox 5">
            <a:extLst>
              <a:ext uri="{FF2B5EF4-FFF2-40B4-BE49-F238E27FC236}">
                <a16:creationId xmlns:a16="http://schemas.microsoft.com/office/drawing/2014/main" id="{E105CCDB-2EA8-8E29-5FC6-243C516E31A4}"/>
              </a:ext>
            </a:extLst>
          </p:cNvPr>
          <p:cNvSpPr txBox="1"/>
          <p:nvPr/>
        </p:nvSpPr>
        <p:spPr>
          <a:xfrm>
            <a:off x="186812" y="2686859"/>
            <a:ext cx="11847872" cy="3274294"/>
          </a:xfrm>
          <a:prstGeom prst="rect">
            <a:avLst/>
          </a:prstGeom>
          <a:noFill/>
        </p:spPr>
        <p:txBody>
          <a:bodyPr wrap="square">
            <a:spAutoFit/>
          </a:bodyPr>
          <a:lstStyle/>
          <a:p>
            <a:pPr algn="just">
              <a:lnSpc>
                <a:spcPct val="150000"/>
              </a:lnSpc>
            </a:pPr>
            <a:r>
              <a:rPr lang="en-US" sz="2000" b="0" i="0" dirty="0">
                <a:solidFill>
                  <a:srgbClr val="242424"/>
                </a:solidFill>
                <a:effectLst/>
                <a:latin typeface="source-serif-pro"/>
              </a:rPr>
              <a:t>To ascertain the file type of </a:t>
            </a:r>
            <a:r>
              <a:rPr lang="en-US" sz="2000" b="1" i="0" dirty="0">
                <a:solidFill>
                  <a:srgbClr val="242424"/>
                </a:solidFill>
                <a:effectLst/>
                <a:latin typeface="source-serif-pro"/>
              </a:rPr>
              <a:t>data,</a:t>
            </a:r>
            <a:r>
              <a:rPr lang="en-US" sz="2000" b="0" i="0" dirty="0">
                <a:solidFill>
                  <a:srgbClr val="242424"/>
                </a:solidFill>
                <a:effectLst/>
                <a:latin typeface="source-serif-pro"/>
              </a:rPr>
              <a:t> use the</a:t>
            </a:r>
            <a:r>
              <a:rPr lang="en-US" sz="2000" b="1" i="0" dirty="0">
                <a:solidFill>
                  <a:srgbClr val="242424"/>
                </a:solidFill>
                <a:effectLst/>
                <a:latin typeface="source-serif-pro"/>
              </a:rPr>
              <a:t> ‘file’ </a:t>
            </a:r>
            <a:r>
              <a:rPr lang="en-US" sz="2000" b="0" i="0" dirty="0">
                <a:solidFill>
                  <a:srgbClr val="242424"/>
                </a:solidFill>
                <a:effectLst/>
                <a:latin typeface="source-serif-pro"/>
              </a:rPr>
              <a:t>command. It should indicate that data is a </a:t>
            </a:r>
            <a:r>
              <a:rPr lang="en-US" sz="2000" b="1" i="0" dirty="0" err="1">
                <a:solidFill>
                  <a:srgbClr val="242424"/>
                </a:solidFill>
                <a:effectLst/>
                <a:latin typeface="source-serif-pro"/>
              </a:rPr>
              <a:t>gzip</a:t>
            </a:r>
            <a:r>
              <a:rPr lang="en-US" sz="2000" b="0" i="0" dirty="0">
                <a:solidFill>
                  <a:srgbClr val="242424"/>
                </a:solidFill>
                <a:effectLst/>
                <a:latin typeface="source-serif-pro"/>
              </a:rPr>
              <a:t> compressed archive. To extract its contents, utilize the </a:t>
            </a:r>
            <a:r>
              <a:rPr lang="en-US" sz="2000" b="1" i="0" dirty="0" err="1">
                <a:solidFill>
                  <a:srgbClr val="242424"/>
                </a:solidFill>
                <a:effectLst/>
                <a:latin typeface="source-serif-pro"/>
              </a:rPr>
              <a:t>gunzip</a:t>
            </a:r>
            <a:r>
              <a:rPr lang="en-US" sz="2000" b="0" i="0" dirty="0">
                <a:solidFill>
                  <a:srgbClr val="242424"/>
                </a:solidFill>
                <a:effectLst/>
                <a:latin typeface="source-serif-pro"/>
              </a:rPr>
              <a:t> command and pipe the output into a file named data02. Examine the file type of data02 using the ‘file’ command again; this time, it should reveal that it is a bzip2 archive. To extract its contents, employ the bunzip2 command and pipe the result into data03. When you check the file type of data03, it should indicate that it is yet another </a:t>
            </a:r>
            <a:r>
              <a:rPr lang="en-US" sz="2000" b="0" i="0" dirty="0" err="1">
                <a:solidFill>
                  <a:srgbClr val="242424"/>
                </a:solidFill>
                <a:effectLst/>
                <a:latin typeface="source-serif-pro"/>
              </a:rPr>
              <a:t>gzip</a:t>
            </a:r>
            <a:r>
              <a:rPr lang="en-US" sz="2000" b="0" i="0" dirty="0">
                <a:solidFill>
                  <a:srgbClr val="242424"/>
                </a:solidFill>
                <a:effectLst/>
                <a:latin typeface="source-serif-pro"/>
              </a:rPr>
              <a:t> archive. Extract the contents of data03 to obtain data04, which is a </a:t>
            </a:r>
            <a:r>
              <a:rPr lang="en-US" sz="2000" b="0" i="0" dirty="0" err="1">
                <a:solidFill>
                  <a:srgbClr val="242424"/>
                </a:solidFill>
                <a:effectLst/>
                <a:latin typeface="source-serif-pro"/>
              </a:rPr>
              <a:t>Posix</a:t>
            </a:r>
            <a:r>
              <a:rPr lang="en-US" sz="2000" b="0" i="0" dirty="0">
                <a:solidFill>
                  <a:srgbClr val="242424"/>
                </a:solidFill>
                <a:effectLst/>
                <a:latin typeface="source-serif-pro"/>
              </a:rPr>
              <a:t> tar archive. Use the </a:t>
            </a:r>
            <a:r>
              <a:rPr lang="en-US" sz="2000" b="1" i="0" dirty="0">
                <a:solidFill>
                  <a:srgbClr val="242424"/>
                </a:solidFill>
                <a:effectLst/>
                <a:latin typeface="source-serif-pro"/>
              </a:rPr>
              <a:t>‘tar’ </a:t>
            </a:r>
            <a:r>
              <a:rPr lang="en-US" sz="2000" b="0" i="0" dirty="0">
                <a:solidFill>
                  <a:srgbClr val="242424"/>
                </a:solidFill>
                <a:effectLst/>
                <a:latin typeface="source-serif-pro"/>
              </a:rPr>
              <a:t>command with the </a:t>
            </a:r>
            <a:r>
              <a:rPr lang="en-US" sz="2000" b="1" i="0" dirty="0">
                <a:solidFill>
                  <a:srgbClr val="242424"/>
                </a:solidFill>
                <a:effectLst/>
                <a:latin typeface="source-serif-pro"/>
              </a:rPr>
              <a:t>‘-</a:t>
            </a:r>
            <a:r>
              <a:rPr lang="en-US" sz="2000" b="1" i="0" dirty="0" err="1">
                <a:solidFill>
                  <a:srgbClr val="242424"/>
                </a:solidFill>
                <a:effectLst/>
                <a:latin typeface="source-serif-pro"/>
              </a:rPr>
              <a:t>xf</a:t>
            </a:r>
            <a:r>
              <a:rPr lang="en-US" sz="2000" b="1" i="0" dirty="0">
                <a:solidFill>
                  <a:srgbClr val="242424"/>
                </a:solidFill>
                <a:effectLst/>
                <a:latin typeface="source-serif-pro"/>
              </a:rPr>
              <a:t>’</a:t>
            </a:r>
            <a:r>
              <a:rPr lang="en-US" sz="2000" b="0" i="0" dirty="0">
                <a:solidFill>
                  <a:srgbClr val="242424"/>
                </a:solidFill>
                <a:effectLst/>
                <a:latin typeface="source-serif-pro"/>
              </a:rPr>
              <a:t> switch to extract the contents from data04. Inside data04, you will find a new file named data5.bin.</a:t>
            </a:r>
            <a:endParaRPr lang="ar-EG" sz="2000" dirty="0"/>
          </a:p>
        </p:txBody>
      </p:sp>
    </p:spTree>
    <p:extLst>
      <p:ext uri="{BB962C8B-B14F-4D97-AF65-F5344CB8AC3E}">
        <p14:creationId xmlns:p14="http://schemas.microsoft.com/office/powerpoint/2010/main" val="546196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95A2609-771D-78B5-08FD-E461BE0A8AA1}"/>
              </a:ext>
            </a:extLst>
          </p:cNvPr>
          <p:cNvSpPr txBox="1"/>
          <p:nvPr/>
        </p:nvSpPr>
        <p:spPr>
          <a:xfrm>
            <a:off x="167148" y="206929"/>
            <a:ext cx="11808542" cy="965970"/>
          </a:xfrm>
          <a:prstGeom prst="rect">
            <a:avLst/>
          </a:prstGeom>
          <a:noFill/>
        </p:spPr>
        <p:txBody>
          <a:bodyPr wrap="square">
            <a:spAutoFit/>
          </a:bodyPr>
          <a:lstStyle/>
          <a:p>
            <a:pPr>
              <a:lnSpc>
                <a:spcPct val="150000"/>
              </a:lnSpc>
            </a:pPr>
            <a:r>
              <a:rPr lang="en-US" sz="2000" b="0" i="0" dirty="0">
                <a:solidFill>
                  <a:srgbClr val="242424"/>
                </a:solidFill>
                <a:effectLst/>
                <a:latin typeface="source-serif-pro"/>
              </a:rPr>
              <a:t>Repeat this process a few more times until you identify a file that is identified as ASCII text by the ‘file’ command. The content of this particular file will contain the key for level 13.</a:t>
            </a:r>
            <a:endParaRPr lang="ar-EG" sz="2000" dirty="0"/>
          </a:p>
        </p:txBody>
      </p:sp>
      <p:pic>
        <p:nvPicPr>
          <p:cNvPr id="6" name="Picture 5">
            <a:extLst>
              <a:ext uri="{FF2B5EF4-FFF2-40B4-BE49-F238E27FC236}">
                <a16:creationId xmlns:a16="http://schemas.microsoft.com/office/drawing/2014/main" id="{B4E49737-18B2-2D7B-6988-986389FBD717}"/>
              </a:ext>
            </a:extLst>
          </p:cNvPr>
          <p:cNvPicPr>
            <a:picLocks noChangeAspect="1"/>
          </p:cNvPicPr>
          <p:nvPr/>
        </p:nvPicPr>
        <p:blipFill>
          <a:blip r:embed="rId2"/>
          <a:stretch>
            <a:fillRect/>
          </a:stretch>
        </p:blipFill>
        <p:spPr>
          <a:xfrm>
            <a:off x="240974" y="1618997"/>
            <a:ext cx="11803757" cy="4811300"/>
          </a:xfrm>
          <a:prstGeom prst="rect">
            <a:avLst/>
          </a:prstGeom>
        </p:spPr>
      </p:pic>
    </p:spTree>
    <p:extLst>
      <p:ext uri="{BB962C8B-B14F-4D97-AF65-F5344CB8AC3E}">
        <p14:creationId xmlns:p14="http://schemas.microsoft.com/office/powerpoint/2010/main" val="605907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6E8D05E-7E31-D7E7-2D17-A4F3698530F1}"/>
              </a:ext>
            </a:extLst>
          </p:cNvPr>
          <p:cNvSpPr txBox="1"/>
          <p:nvPr/>
        </p:nvSpPr>
        <p:spPr>
          <a:xfrm>
            <a:off x="530941" y="395437"/>
            <a:ext cx="6096000" cy="461665"/>
          </a:xfrm>
          <a:prstGeom prst="rect">
            <a:avLst/>
          </a:prstGeom>
          <a:noFill/>
        </p:spPr>
        <p:txBody>
          <a:bodyPr wrap="square">
            <a:spAutoFit/>
          </a:bodyPr>
          <a:lstStyle/>
          <a:p>
            <a:pPr algn="l"/>
            <a:r>
              <a:rPr lang="en-US" sz="2400" b="1" i="0" dirty="0">
                <a:solidFill>
                  <a:srgbClr val="FF0000"/>
                </a:solidFill>
                <a:effectLst/>
                <a:latin typeface="Inconsolata" pitchFamily="1" charset="0"/>
              </a:rPr>
              <a:t>Solution</a:t>
            </a:r>
          </a:p>
        </p:txBody>
      </p:sp>
      <p:sp>
        <p:nvSpPr>
          <p:cNvPr id="6" name="TextBox 5">
            <a:extLst>
              <a:ext uri="{FF2B5EF4-FFF2-40B4-BE49-F238E27FC236}">
                <a16:creationId xmlns:a16="http://schemas.microsoft.com/office/drawing/2014/main" id="{59B76960-6672-8439-F6F2-2752A7132926}"/>
              </a:ext>
            </a:extLst>
          </p:cNvPr>
          <p:cNvSpPr txBox="1"/>
          <p:nvPr/>
        </p:nvSpPr>
        <p:spPr>
          <a:xfrm>
            <a:off x="412955" y="1003342"/>
            <a:ext cx="6096000" cy="400110"/>
          </a:xfrm>
          <a:prstGeom prst="rect">
            <a:avLst/>
          </a:prstGeom>
          <a:noFill/>
        </p:spPr>
        <p:txBody>
          <a:bodyPr wrap="square">
            <a:spAutoFit/>
          </a:bodyPr>
          <a:lstStyle/>
          <a:p>
            <a:pPr algn="l"/>
            <a:r>
              <a:rPr lang="en-US" sz="2000" b="1" i="0" dirty="0">
                <a:effectLst/>
                <a:latin typeface="Inconsolata" pitchFamily="1" charset="0"/>
              </a:rPr>
              <a:t>Create Directory and Move file</a:t>
            </a:r>
            <a:endParaRPr lang="ar-EG" sz="2000" b="1" dirty="0"/>
          </a:p>
        </p:txBody>
      </p:sp>
      <p:pic>
        <p:nvPicPr>
          <p:cNvPr id="8" name="Picture 7">
            <a:extLst>
              <a:ext uri="{FF2B5EF4-FFF2-40B4-BE49-F238E27FC236}">
                <a16:creationId xmlns:a16="http://schemas.microsoft.com/office/drawing/2014/main" id="{9BEE2F9B-9251-9A3D-BB4D-84152D34805F}"/>
              </a:ext>
            </a:extLst>
          </p:cNvPr>
          <p:cNvPicPr>
            <a:picLocks noChangeAspect="1"/>
          </p:cNvPicPr>
          <p:nvPr/>
        </p:nvPicPr>
        <p:blipFill>
          <a:blip r:embed="rId2"/>
          <a:stretch>
            <a:fillRect/>
          </a:stretch>
        </p:blipFill>
        <p:spPr>
          <a:xfrm>
            <a:off x="412955" y="1485625"/>
            <a:ext cx="9881637" cy="2528949"/>
          </a:xfrm>
          <a:prstGeom prst="rect">
            <a:avLst/>
          </a:prstGeom>
        </p:spPr>
      </p:pic>
    </p:spTree>
    <p:extLst>
      <p:ext uri="{BB962C8B-B14F-4D97-AF65-F5344CB8AC3E}">
        <p14:creationId xmlns:p14="http://schemas.microsoft.com/office/powerpoint/2010/main" val="1520515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 program&#10;&#10;Description automatically generated">
            <a:extLst>
              <a:ext uri="{FF2B5EF4-FFF2-40B4-BE49-F238E27FC236}">
                <a16:creationId xmlns:a16="http://schemas.microsoft.com/office/drawing/2014/main" id="{066BC6FC-067A-351B-5582-DF211A9B5CEB}"/>
              </a:ext>
            </a:extLst>
          </p:cNvPr>
          <p:cNvPicPr>
            <a:picLocks noChangeAspect="1"/>
          </p:cNvPicPr>
          <p:nvPr/>
        </p:nvPicPr>
        <p:blipFill>
          <a:blip r:embed="rId2"/>
          <a:stretch>
            <a:fillRect/>
          </a:stretch>
        </p:blipFill>
        <p:spPr>
          <a:xfrm>
            <a:off x="1553496" y="1396181"/>
            <a:ext cx="8445909" cy="4818352"/>
          </a:xfrm>
          <a:prstGeom prst="rect">
            <a:avLst/>
          </a:prstGeom>
        </p:spPr>
      </p:pic>
      <p:sp>
        <p:nvSpPr>
          <p:cNvPr id="6" name="TextBox 5">
            <a:extLst>
              <a:ext uri="{FF2B5EF4-FFF2-40B4-BE49-F238E27FC236}">
                <a16:creationId xmlns:a16="http://schemas.microsoft.com/office/drawing/2014/main" id="{C3F820FB-510D-1653-AF4E-C955F070B194}"/>
              </a:ext>
            </a:extLst>
          </p:cNvPr>
          <p:cNvSpPr txBox="1"/>
          <p:nvPr/>
        </p:nvSpPr>
        <p:spPr>
          <a:xfrm>
            <a:off x="1455174" y="753455"/>
            <a:ext cx="8829368" cy="369332"/>
          </a:xfrm>
          <a:prstGeom prst="rect">
            <a:avLst/>
          </a:prstGeom>
          <a:noFill/>
        </p:spPr>
        <p:txBody>
          <a:bodyPr wrap="square">
            <a:spAutoFit/>
          </a:bodyPr>
          <a:lstStyle/>
          <a:p>
            <a:pPr algn="l"/>
            <a:r>
              <a:rPr lang="en-US" b="1" i="0" dirty="0">
                <a:solidFill>
                  <a:srgbClr val="FF0000"/>
                </a:solidFill>
                <a:effectLst/>
                <a:latin typeface="Inconsolata" pitchFamily="1" charset="0"/>
              </a:rPr>
              <a:t>The actual data looks like this when printed to the console:</a:t>
            </a:r>
          </a:p>
        </p:txBody>
      </p:sp>
    </p:spTree>
    <p:extLst>
      <p:ext uri="{BB962C8B-B14F-4D97-AF65-F5344CB8AC3E}">
        <p14:creationId xmlns:p14="http://schemas.microsoft.com/office/powerpoint/2010/main" val="42169246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73243D-AE20-228C-4B52-3F81D30BF9D9}"/>
              </a:ext>
            </a:extLst>
          </p:cNvPr>
          <p:cNvPicPr>
            <a:picLocks noChangeAspect="1"/>
          </p:cNvPicPr>
          <p:nvPr/>
        </p:nvPicPr>
        <p:blipFill>
          <a:blip r:embed="rId2"/>
          <a:stretch>
            <a:fillRect/>
          </a:stretch>
        </p:blipFill>
        <p:spPr>
          <a:xfrm>
            <a:off x="324565" y="223161"/>
            <a:ext cx="11424527" cy="1313550"/>
          </a:xfrm>
          <a:prstGeom prst="rect">
            <a:avLst/>
          </a:prstGeom>
        </p:spPr>
      </p:pic>
      <p:pic>
        <p:nvPicPr>
          <p:cNvPr id="6" name="Picture 5">
            <a:extLst>
              <a:ext uri="{FF2B5EF4-FFF2-40B4-BE49-F238E27FC236}">
                <a16:creationId xmlns:a16="http://schemas.microsoft.com/office/drawing/2014/main" id="{1D04C322-D8EF-812E-89A3-20E63D71CB94}"/>
              </a:ext>
            </a:extLst>
          </p:cNvPr>
          <p:cNvPicPr>
            <a:picLocks noChangeAspect="1"/>
          </p:cNvPicPr>
          <p:nvPr/>
        </p:nvPicPr>
        <p:blipFill>
          <a:blip r:embed="rId3"/>
          <a:stretch>
            <a:fillRect/>
          </a:stretch>
        </p:blipFill>
        <p:spPr>
          <a:xfrm>
            <a:off x="324565" y="2698664"/>
            <a:ext cx="11424527" cy="2945052"/>
          </a:xfrm>
          <a:prstGeom prst="rect">
            <a:avLst/>
          </a:prstGeom>
        </p:spPr>
      </p:pic>
      <p:sp>
        <p:nvSpPr>
          <p:cNvPr id="8" name="TextBox 7">
            <a:extLst>
              <a:ext uri="{FF2B5EF4-FFF2-40B4-BE49-F238E27FC236}">
                <a16:creationId xmlns:a16="http://schemas.microsoft.com/office/drawing/2014/main" id="{7F26840D-AEC6-952C-7307-021FE0683967}"/>
              </a:ext>
            </a:extLst>
          </p:cNvPr>
          <p:cNvSpPr txBox="1"/>
          <p:nvPr/>
        </p:nvSpPr>
        <p:spPr>
          <a:xfrm>
            <a:off x="324564" y="1879260"/>
            <a:ext cx="11424527" cy="400110"/>
          </a:xfrm>
          <a:prstGeom prst="rect">
            <a:avLst/>
          </a:prstGeom>
          <a:noFill/>
        </p:spPr>
        <p:txBody>
          <a:bodyPr wrap="square">
            <a:spAutoFit/>
          </a:bodyPr>
          <a:lstStyle/>
          <a:p>
            <a:r>
              <a:rPr lang="en-US" sz="2000" b="0" i="0" dirty="0">
                <a:effectLst/>
                <a:latin typeface="source-serif-pro"/>
              </a:rPr>
              <a:t>use the </a:t>
            </a:r>
            <a:r>
              <a:rPr lang="en-US" sz="2000" b="1" i="0" dirty="0" err="1">
                <a:solidFill>
                  <a:srgbClr val="FF0000"/>
                </a:solidFill>
                <a:effectLst/>
                <a:latin typeface="source-serif-pro"/>
              </a:rPr>
              <a:t>xxd</a:t>
            </a:r>
            <a:r>
              <a:rPr lang="en-US" sz="2000" b="1" i="0" dirty="0">
                <a:effectLst/>
                <a:latin typeface="source-serif-pro"/>
              </a:rPr>
              <a:t> </a:t>
            </a:r>
            <a:r>
              <a:rPr lang="en-US" sz="2000" b="0" i="0" dirty="0">
                <a:effectLst/>
                <a:latin typeface="source-serif-pro"/>
              </a:rPr>
              <a:t>command with the </a:t>
            </a:r>
            <a:r>
              <a:rPr lang="en-US" sz="2000" b="1" i="0" dirty="0">
                <a:solidFill>
                  <a:srgbClr val="FF0000"/>
                </a:solidFill>
                <a:effectLst/>
                <a:latin typeface="source-serif-pro"/>
              </a:rPr>
              <a:t>‘-r’</a:t>
            </a:r>
            <a:r>
              <a:rPr lang="en-US" sz="2000" b="1" i="0" dirty="0">
                <a:effectLst/>
                <a:latin typeface="source-serif-pro"/>
              </a:rPr>
              <a:t> </a:t>
            </a:r>
            <a:r>
              <a:rPr lang="en-US" sz="2000" b="0" i="0" dirty="0">
                <a:effectLst/>
                <a:latin typeface="source-serif-pro"/>
              </a:rPr>
              <a:t>switch and pipe the output into a new file named </a:t>
            </a:r>
            <a:r>
              <a:rPr lang="en-US" sz="2000" b="1" i="0" dirty="0">
                <a:solidFill>
                  <a:srgbClr val="FF0000"/>
                </a:solidFill>
                <a:effectLst/>
                <a:latin typeface="source-serif-pro"/>
              </a:rPr>
              <a:t>data</a:t>
            </a:r>
            <a:endParaRPr lang="ar-EG" sz="2000" dirty="0">
              <a:solidFill>
                <a:srgbClr val="FF0000"/>
              </a:solidFill>
            </a:endParaRPr>
          </a:p>
        </p:txBody>
      </p:sp>
    </p:spTree>
    <p:extLst>
      <p:ext uri="{BB962C8B-B14F-4D97-AF65-F5344CB8AC3E}">
        <p14:creationId xmlns:p14="http://schemas.microsoft.com/office/powerpoint/2010/main" val="1445855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9005D9F-F226-2468-CEC0-0158090129E5}"/>
              </a:ext>
            </a:extLst>
          </p:cNvPr>
          <p:cNvPicPr>
            <a:picLocks noChangeAspect="1"/>
          </p:cNvPicPr>
          <p:nvPr/>
        </p:nvPicPr>
        <p:blipFill>
          <a:blip r:embed="rId2"/>
          <a:stretch>
            <a:fillRect/>
          </a:stretch>
        </p:blipFill>
        <p:spPr>
          <a:xfrm>
            <a:off x="294319" y="1147661"/>
            <a:ext cx="11603362" cy="2802321"/>
          </a:xfrm>
          <a:prstGeom prst="rect">
            <a:avLst/>
          </a:prstGeom>
        </p:spPr>
      </p:pic>
      <p:sp>
        <p:nvSpPr>
          <p:cNvPr id="7" name="Rectangle 1">
            <a:extLst>
              <a:ext uri="{FF2B5EF4-FFF2-40B4-BE49-F238E27FC236}">
                <a16:creationId xmlns:a16="http://schemas.microsoft.com/office/drawing/2014/main" id="{B5E2C898-9B87-38D8-388A-CCECCD864464}"/>
              </a:ext>
            </a:extLst>
          </p:cNvPr>
          <p:cNvSpPr>
            <a:spLocks noChangeArrowheads="1"/>
          </p:cNvSpPr>
          <p:nvPr/>
        </p:nvSpPr>
        <p:spPr bwMode="auto">
          <a:xfrm>
            <a:off x="294319" y="512525"/>
            <a:ext cx="1128743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r-EG" altLang="ar-EG" b="1" i="0" u="none" strike="noStrike" cap="none" normalizeH="0" baseline="0" dirty="0" err="1">
                <a:ln>
                  <a:noFill/>
                </a:ln>
                <a:effectLst/>
                <a:latin typeface="Inconsolata" pitchFamily="1" charset="0"/>
              </a:rPr>
              <a:t>Now</a:t>
            </a:r>
            <a:r>
              <a:rPr kumimoji="0" lang="ar-EG" altLang="ar-EG" b="1" i="0" u="none" strike="noStrike" cap="none" normalizeH="0" baseline="0" dirty="0">
                <a:ln>
                  <a:noFill/>
                </a:ln>
                <a:effectLst/>
                <a:latin typeface="Inconsolata" pitchFamily="1" charset="0"/>
              </a:rPr>
              <a:t> </a:t>
            </a:r>
            <a:r>
              <a:rPr kumimoji="0" lang="ar-EG" altLang="ar-EG" b="1" i="0" u="none" strike="noStrike" cap="none" normalizeH="0" baseline="0" dirty="0" err="1">
                <a:ln>
                  <a:noFill/>
                </a:ln>
                <a:effectLst/>
                <a:latin typeface="Inconsolata" pitchFamily="1" charset="0"/>
              </a:rPr>
              <a:t>we</a:t>
            </a:r>
            <a:r>
              <a:rPr kumimoji="0" lang="ar-EG" altLang="ar-EG" b="1" i="0" u="none" strike="noStrike" cap="none" normalizeH="0" baseline="0" dirty="0">
                <a:ln>
                  <a:noFill/>
                </a:ln>
                <a:effectLst/>
                <a:latin typeface="Inconsolata" pitchFamily="1" charset="0"/>
              </a:rPr>
              <a:t> </a:t>
            </a:r>
            <a:r>
              <a:rPr kumimoji="0" lang="ar-EG" altLang="ar-EG" b="1" i="0" u="none" strike="noStrike" cap="none" normalizeH="0" baseline="0" dirty="0" err="1">
                <a:ln>
                  <a:noFill/>
                </a:ln>
                <a:effectLst/>
                <a:latin typeface="Inconsolata" pitchFamily="1" charset="0"/>
              </a:rPr>
              <a:t>can</a:t>
            </a:r>
            <a:r>
              <a:rPr kumimoji="0" lang="ar-EG" altLang="ar-EG" b="1" i="0" u="none" strike="noStrike" cap="none" normalizeH="0" baseline="0" dirty="0">
                <a:ln>
                  <a:noFill/>
                </a:ln>
                <a:effectLst/>
                <a:latin typeface="Inconsolata" pitchFamily="1" charset="0"/>
              </a:rPr>
              <a:t> </a:t>
            </a:r>
            <a:r>
              <a:rPr kumimoji="0" lang="ar-EG" altLang="ar-EG" b="1" i="0" u="none" strike="noStrike" cap="none" normalizeH="0" baseline="0" dirty="0" err="1">
                <a:ln>
                  <a:noFill/>
                </a:ln>
                <a:effectLst/>
                <a:latin typeface="Inconsolata" pitchFamily="1" charset="0"/>
              </a:rPr>
              <a:t>add</a:t>
            </a:r>
            <a:r>
              <a:rPr kumimoji="0" lang="ar-EG" altLang="ar-EG" b="1" i="0" u="none" strike="noStrike" cap="none" normalizeH="0" baseline="0" dirty="0">
                <a:ln>
                  <a:noFill/>
                </a:ln>
                <a:effectLst/>
                <a:latin typeface="Inconsolata" pitchFamily="1" charset="0"/>
              </a:rPr>
              <a:t> the </a:t>
            </a:r>
            <a:r>
              <a:rPr kumimoji="0" lang="ar-EG" altLang="ar-EG" b="1" i="0" u="none" strike="noStrike" cap="none" normalizeH="0" baseline="0" dirty="0" err="1">
                <a:ln>
                  <a:noFill/>
                </a:ln>
                <a:effectLst/>
                <a:latin typeface="Inconsolata" pitchFamily="1" charset="0"/>
              </a:rPr>
              <a:t>correct</a:t>
            </a:r>
            <a:r>
              <a:rPr kumimoji="0" lang="ar-EG" altLang="ar-EG" b="1" i="0" u="none" strike="noStrike" cap="none" normalizeH="0" baseline="0" dirty="0">
                <a:ln>
                  <a:noFill/>
                </a:ln>
                <a:effectLst/>
                <a:latin typeface="Inconsolata" pitchFamily="1" charset="0"/>
              </a:rPr>
              <a:t> </a:t>
            </a:r>
            <a:r>
              <a:rPr kumimoji="0" lang="ar-EG" altLang="ar-EG" b="1" i="0" u="none" strike="noStrike" cap="none" normalizeH="0" baseline="0" dirty="0" err="1">
                <a:ln>
                  <a:noFill/>
                </a:ln>
                <a:effectLst/>
                <a:latin typeface="Inconsolata" pitchFamily="1" charset="0"/>
              </a:rPr>
              <a:t>file</a:t>
            </a:r>
            <a:r>
              <a:rPr kumimoji="0" lang="ar-EG" altLang="ar-EG" b="1" i="0" u="none" strike="noStrike" cap="none" normalizeH="0" baseline="0" dirty="0">
                <a:ln>
                  <a:noFill/>
                </a:ln>
                <a:effectLst/>
                <a:latin typeface="Inconsolata" pitchFamily="1" charset="0"/>
              </a:rPr>
              <a:t> </a:t>
            </a:r>
            <a:r>
              <a:rPr kumimoji="0" lang="ar-EG" altLang="ar-EG" b="1" i="0" u="none" strike="noStrike" cap="none" normalizeH="0" baseline="0" dirty="0" err="1">
                <a:ln>
                  <a:noFill/>
                </a:ln>
                <a:effectLst/>
                <a:latin typeface="Inconsolata" pitchFamily="1" charset="0"/>
              </a:rPr>
              <a:t>ending</a:t>
            </a:r>
            <a:r>
              <a:rPr kumimoji="0" lang="ar-EG" altLang="ar-EG" b="1" i="0" u="none" strike="noStrike" cap="none" normalizeH="0" baseline="0" dirty="0">
                <a:ln>
                  <a:noFill/>
                </a:ln>
                <a:effectLst/>
                <a:latin typeface="Inconsolata" pitchFamily="1" charset="0"/>
              </a:rPr>
              <a:t>, </a:t>
            </a:r>
            <a:r>
              <a:rPr kumimoji="0" lang="ar-EG" altLang="ar-EG" b="1" i="0" u="none" strike="noStrike" cap="none" normalizeH="0" baseline="0" dirty="0" err="1">
                <a:ln>
                  <a:noFill/>
                </a:ln>
                <a:effectLst/>
                <a:latin typeface="Inconsolata" pitchFamily="1" charset="0"/>
              </a:rPr>
              <a:t>by</a:t>
            </a:r>
            <a:r>
              <a:rPr kumimoji="0" lang="ar-EG" altLang="ar-EG" b="1" i="0" u="none" strike="noStrike" cap="none" normalizeH="0" baseline="0" dirty="0">
                <a:ln>
                  <a:noFill/>
                </a:ln>
                <a:effectLst/>
                <a:latin typeface="Inconsolata" pitchFamily="1" charset="0"/>
              </a:rPr>
              <a:t> </a:t>
            </a:r>
            <a:r>
              <a:rPr kumimoji="0" lang="ar-EG" altLang="ar-EG" b="1" i="0" u="none" strike="noStrike" cap="none" normalizeH="0" baseline="0" dirty="0" err="1">
                <a:ln>
                  <a:noFill/>
                </a:ln>
                <a:effectLst/>
                <a:latin typeface="Inconsolata" pitchFamily="1" charset="0"/>
              </a:rPr>
              <a:t>renaming</a:t>
            </a:r>
            <a:r>
              <a:rPr kumimoji="0" lang="ar-EG" altLang="ar-EG" b="1" i="0" u="none" strike="noStrike" cap="none" normalizeH="0" baseline="0" dirty="0">
                <a:ln>
                  <a:noFill/>
                </a:ln>
                <a:effectLst/>
                <a:latin typeface="Inconsolata" pitchFamily="1" charset="0"/>
              </a:rPr>
              <a:t> the </a:t>
            </a:r>
            <a:r>
              <a:rPr kumimoji="0" lang="ar-EG" altLang="ar-EG" b="1" i="0" u="none" strike="noStrike" cap="none" normalizeH="0" baseline="0" dirty="0" err="1">
                <a:ln>
                  <a:noFill/>
                </a:ln>
                <a:effectLst/>
                <a:latin typeface="Inconsolata" pitchFamily="1" charset="0"/>
              </a:rPr>
              <a:t>file</a:t>
            </a:r>
            <a:r>
              <a:rPr kumimoji="0" lang="ar-EG" altLang="ar-EG" b="1" i="0" u="none" strike="noStrike" cap="none" normalizeH="0" baseline="0" dirty="0">
                <a:ln>
                  <a:noFill/>
                </a:ln>
                <a:effectLst/>
                <a:latin typeface="Inconsolata" pitchFamily="1" charset="0"/>
              </a:rPr>
              <a:t> </a:t>
            </a:r>
            <a:r>
              <a:rPr kumimoji="0" lang="ar-EG" altLang="ar-EG" b="1" i="0" u="none" strike="noStrike" cap="none" normalizeH="0" baseline="0" dirty="0" err="1">
                <a:ln>
                  <a:noFill/>
                </a:ln>
                <a:effectLst/>
                <a:latin typeface="Inconsolata" pitchFamily="1" charset="0"/>
              </a:rPr>
              <a:t>and</a:t>
            </a:r>
            <a:r>
              <a:rPr kumimoji="0" lang="ar-EG" altLang="ar-EG" b="1" i="0" u="none" strike="noStrike" cap="none" normalizeH="0" baseline="0" dirty="0">
                <a:ln>
                  <a:noFill/>
                </a:ln>
                <a:effectLst/>
                <a:latin typeface="Inconsolata" pitchFamily="1" charset="0"/>
              </a:rPr>
              <a:t> </a:t>
            </a:r>
            <a:r>
              <a:rPr kumimoji="0" lang="ar-EG" altLang="ar-EG" b="1" i="0" u="none" strike="noStrike" cap="none" normalizeH="0" baseline="0" dirty="0" err="1">
                <a:ln>
                  <a:noFill/>
                </a:ln>
                <a:solidFill>
                  <a:srgbClr val="FF0000"/>
                </a:solidFill>
                <a:effectLst/>
                <a:latin typeface="Inconsolata" pitchFamily="1" charset="0"/>
              </a:rPr>
              <a:t>decompress</a:t>
            </a:r>
            <a:r>
              <a:rPr kumimoji="0" lang="ar-EG" altLang="ar-EG" b="1" i="0" u="none" strike="noStrike" cap="none" normalizeH="0" baseline="0" dirty="0">
                <a:ln>
                  <a:noFill/>
                </a:ln>
                <a:effectLst/>
                <a:latin typeface="Inconsolata" pitchFamily="1" charset="0"/>
              </a:rPr>
              <a:t> the </a:t>
            </a:r>
            <a:r>
              <a:rPr kumimoji="0" lang="ar-EG" altLang="ar-EG" b="1" i="0" u="none" strike="noStrike" cap="none" normalizeH="0" baseline="0" dirty="0" err="1">
                <a:ln>
                  <a:noFill/>
                </a:ln>
                <a:effectLst/>
                <a:latin typeface="Inconsolata" pitchFamily="1" charset="0"/>
              </a:rPr>
              <a:t>file</a:t>
            </a:r>
            <a:r>
              <a:rPr kumimoji="0" lang="ar-EG" altLang="ar-EG" b="1" i="0" u="none" strike="noStrike" cap="none" normalizeH="0" baseline="0" dirty="0">
                <a:ln>
                  <a:noFill/>
                </a:ln>
                <a:effectLst/>
                <a:latin typeface="Inconsolata" pitchFamily="1" charset="0"/>
              </a:rPr>
              <a:t> with </a:t>
            </a:r>
            <a:r>
              <a:rPr kumimoji="0" lang="ar-EG" altLang="ar-EG" b="1" i="0" u="none" strike="noStrike" cap="none" normalizeH="0" baseline="0" dirty="0" err="1">
                <a:ln>
                  <a:noFill/>
                </a:ln>
                <a:solidFill>
                  <a:srgbClr val="FF0000"/>
                </a:solidFill>
                <a:effectLst/>
                <a:latin typeface="Arial Unicode MS"/>
              </a:rPr>
              <a:t>gzip</a:t>
            </a:r>
            <a:r>
              <a:rPr kumimoji="0" lang="ar-EG" altLang="ar-EG" b="1" i="0" u="none" strike="noStrike" cap="none" normalizeH="0" baseline="0" dirty="0">
                <a:ln>
                  <a:noFill/>
                </a:ln>
                <a:solidFill>
                  <a:srgbClr val="FF0000"/>
                </a:solidFill>
                <a:effectLst/>
                <a:latin typeface="Arial Unicode MS"/>
              </a:rPr>
              <a:t> -d</a:t>
            </a:r>
            <a:r>
              <a:rPr kumimoji="0" lang="ar-EG" altLang="ar-EG" sz="2800" b="1" i="0" u="none" strike="noStrike" cap="none" normalizeH="0" baseline="0" dirty="0">
                <a:ln>
                  <a:noFill/>
                </a:ln>
                <a:solidFill>
                  <a:srgbClr val="FF0000"/>
                </a:solidFill>
                <a:effectLst/>
                <a:latin typeface="Inconsolata" pitchFamily="1" charset="0"/>
              </a:rPr>
              <a:t>:</a:t>
            </a:r>
            <a:endParaRPr kumimoji="0" lang="ar-EG" altLang="ar-EG" sz="1050" b="1" i="0" u="none" strike="noStrike" cap="none" normalizeH="0" baseline="0" dirty="0">
              <a:ln>
                <a:noFill/>
              </a:ln>
              <a:solidFill>
                <a:srgbClr val="FF0000"/>
              </a:solidFill>
              <a:effectLst/>
            </a:endParaRPr>
          </a:p>
        </p:txBody>
      </p:sp>
      <p:pic>
        <p:nvPicPr>
          <p:cNvPr id="9" name="Picture 8">
            <a:extLst>
              <a:ext uri="{FF2B5EF4-FFF2-40B4-BE49-F238E27FC236}">
                <a16:creationId xmlns:a16="http://schemas.microsoft.com/office/drawing/2014/main" id="{E1463E02-26EB-B073-151E-677AB189134B}"/>
              </a:ext>
            </a:extLst>
          </p:cNvPr>
          <p:cNvPicPr>
            <a:picLocks noChangeAspect="1"/>
          </p:cNvPicPr>
          <p:nvPr/>
        </p:nvPicPr>
        <p:blipFill>
          <a:blip r:embed="rId3"/>
          <a:stretch>
            <a:fillRect/>
          </a:stretch>
        </p:blipFill>
        <p:spPr>
          <a:xfrm>
            <a:off x="294318" y="3949982"/>
            <a:ext cx="11603361" cy="2548821"/>
          </a:xfrm>
          <a:prstGeom prst="rect">
            <a:avLst/>
          </a:prstGeom>
        </p:spPr>
      </p:pic>
    </p:spTree>
    <p:extLst>
      <p:ext uri="{BB962C8B-B14F-4D97-AF65-F5344CB8AC3E}">
        <p14:creationId xmlns:p14="http://schemas.microsoft.com/office/powerpoint/2010/main" val="22617672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540538-3475-96EF-417E-CAEAD67214B6}"/>
              </a:ext>
            </a:extLst>
          </p:cNvPr>
          <p:cNvPicPr>
            <a:picLocks noChangeAspect="1"/>
          </p:cNvPicPr>
          <p:nvPr/>
        </p:nvPicPr>
        <p:blipFill>
          <a:blip r:embed="rId2"/>
          <a:stretch>
            <a:fillRect/>
          </a:stretch>
        </p:blipFill>
        <p:spPr>
          <a:xfrm>
            <a:off x="278115" y="317596"/>
            <a:ext cx="11412440" cy="2191616"/>
          </a:xfrm>
          <a:prstGeom prst="rect">
            <a:avLst/>
          </a:prstGeom>
        </p:spPr>
      </p:pic>
      <p:pic>
        <p:nvPicPr>
          <p:cNvPr id="6" name="Picture 5">
            <a:extLst>
              <a:ext uri="{FF2B5EF4-FFF2-40B4-BE49-F238E27FC236}">
                <a16:creationId xmlns:a16="http://schemas.microsoft.com/office/drawing/2014/main" id="{04495BB2-BA8F-78E6-F249-3A40C9C20261}"/>
              </a:ext>
            </a:extLst>
          </p:cNvPr>
          <p:cNvPicPr>
            <a:picLocks noChangeAspect="1"/>
          </p:cNvPicPr>
          <p:nvPr/>
        </p:nvPicPr>
        <p:blipFill>
          <a:blip r:embed="rId3"/>
          <a:stretch>
            <a:fillRect/>
          </a:stretch>
        </p:blipFill>
        <p:spPr>
          <a:xfrm>
            <a:off x="228954" y="2638621"/>
            <a:ext cx="11412440" cy="2279774"/>
          </a:xfrm>
          <a:prstGeom prst="rect">
            <a:avLst/>
          </a:prstGeom>
        </p:spPr>
      </p:pic>
      <p:pic>
        <p:nvPicPr>
          <p:cNvPr id="8" name="Picture 7">
            <a:extLst>
              <a:ext uri="{FF2B5EF4-FFF2-40B4-BE49-F238E27FC236}">
                <a16:creationId xmlns:a16="http://schemas.microsoft.com/office/drawing/2014/main" id="{2CA87358-FD5F-4702-F3E7-CFC3DA412007}"/>
              </a:ext>
            </a:extLst>
          </p:cNvPr>
          <p:cNvPicPr>
            <a:picLocks noChangeAspect="1"/>
          </p:cNvPicPr>
          <p:nvPr/>
        </p:nvPicPr>
        <p:blipFill>
          <a:blip r:embed="rId4"/>
          <a:stretch>
            <a:fillRect/>
          </a:stretch>
        </p:blipFill>
        <p:spPr>
          <a:xfrm>
            <a:off x="228954" y="5132439"/>
            <a:ext cx="11412440" cy="1641987"/>
          </a:xfrm>
          <a:prstGeom prst="rect">
            <a:avLst/>
          </a:prstGeom>
        </p:spPr>
      </p:pic>
    </p:spTree>
    <p:extLst>
      <p:ext uri="{BB962C8B-B14F-4D97-AF65-F5344CB8AC3E}">
        <p14:creationId xmlns:p14="http://schemas.microsoft.com/office/powerpoint/2010/main" val="27483517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1373CCE-19BF-CF3B-1CED-A4868D642721}"/>
              </a:ext>
            </a:extLst>
          </p:cNvPr>
          <p:cNvPicPr>
            <a:picLocks noChangeAspect="1"/>
          </p:cNvPicPr>
          <p:nvPr/>
        </p:nvPicPr>
        <p:blipFill>
          <a:blip r:embed="rId2"/>
          <a:stretch>
            <a:fillRect/>
          </a:stretch>
        </p:blipFill>
        <p:spPr>
          <a:xfrm>
            <a:off x="218816" y="270401"/>
            <a:ext cx="11530732" cy="2344980"/>
          </a:xfrm>
          <a:prstGeom prst="rect">
            <a:avLst/>
          </a:prstGeom>
        </p:spPr>
      </p:pic>
      <p:pic>
        <p:nvPicPr>
          <p:cNvPr id="6" name="Picture 5">
            <a:extLst>
              <a:ext uri="{FF2B5EF4-FFF2-40B4-BE49-F238E27FC236}">
                <a16:creationId xmlns:a16="http://schemas.microsoft.com/office/drawing/2014/main" id="{CA8E148B-DE89-E119-C8C3-A7975B34150F}"/>
              </a:ext>
            </a:extLst>
          </p:cNvPr>
          <p:cNvPicPr>
            <a:picLocks noChangeAspect="1"/>
          </p:cNvPicPr>
          <p:nvPr/>
        </p:nvPicPr>
        <p:blipFill>
          <a:blip r:embed="rId3"/>
          <a:stretch>
            <a:fillRect/>
          </a:stretch>
        </p:blipFill>
        <p:spPr>
          <a:xfrm>
            <a:off x="218816" y="2846453"/>
            <a:ext cx="11530732" cy="2561289"/>
          </a:xfrm>
          <a:prstGeom prst="rect">
            <a:avLst/>
          </a:prstGeom>
        </p:spPr>
      </p:pic>
    </p:spTree>
    <p:extLst>
      <p:ext uri="{BB962C8B-B14F-4D97-AF65-F5344CB8AC3E}">
        <p14:creationId xmlns:p14="http://schemas.microsoft.com/office/powerpoint/2010/main" val="16479333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CA36C0F-E86B-82F8-D1F0-4DAAE9091AB7}"/>
              </a:ext>
            </a:extLst>
          </p:cNvPr>
          <p:cNvPicPr>
            <a:picLocks noChangeAspect="1"/>
          </p:cNvPicPr>
          <p:nvPr/>
        </p:nvPicPr>
        <p:blipFill>
          <a:blip r:embed="rId2"/>
          <a:stretch>
            <a:fillRect/>
          </a:stretch>
        </p:blipFill>
        <p:spPr>
          <a:xfrm>
            <a:off x="373115" y="442049"/>
            <a:ext cx="11228950" cy="2045512"/>
          </a:xfrm>
          <a:prstGeom prst="rect">
            <a:avLst/>
          </a:prstGeom>
        </p:spPr>
      </p:pic>
      <p:pic>
        <p:nvPicPr>
          <p:cNvPr id="6" name="Picture 5">
            <a:extLst>
              <a:ext uri="{FF2B5EF4-FFF2-40B4-BE49-F238E27FC236}">
                <a16:creationId xmlns:a16="http://schemas.microsoft.com/office/drawing/2014/main" id="{FAFB6F5E-A6AB-612E-A638-1DD1FEC221A5}"/>
              </a:ext>
            </a:extLst>
          </p:cNvPr>
          <p:cNvPicPr>
            <a:picLocks noChangeAspect="1"/>
          </p:cNvPicPr>
          <p:nvPr/>
        </p:nvPicPr>
        <p:blipFill>
          <a:blip r:embed="rId3"/>
          <a:stretch>
            <a:fillRect/>
          </a:stretch>
        </p:blipFill>
        <p:spPr>
          <a:xfrm>
            <a:off x="373115" y="3002174"/>
            <a:ext cx="11228950" cy="1166704"/>
          </a:xfrm>
          <a:prstGeom prst="rect">
            <a:avLst/>
          </a:prstGeom>
        </p:spPr>
      </p:pic>
      <p:sp>
        <p:nvSpPr>
          <p:cNvPr id="8" name="TextBox 7">
            <a:extLst>
              <a:ext uri="{FF2B5EF4-FFF2-40B4-BE49-F238E27FC236}">
                <a16:creationId xmlns:a16="http://schemas.microsoft.com/office/drawing/2014/main" id="{097A378E-589F-B8C5-B276-DC26BDD9DA2B}"/>
              </a:ext>
            </a:extLst>
          </p:cNvPr>
          <p:cNvSpPr txBox="1"/>
          <p:nvPr/>
        </p:nvSpPr>
        <p:spPr>
          <a:xfrm>
            <a:off x="373114" y="4800288"/>
            <a:ext cx="8249775" cy="461665"/>
          </a:xfrm>
          <a:prstGeom prst="rect">
            <a:avLst/>
          </a:prstGeom>
          <a:noFill/>
        </p:spPr>
        <p:txBody>
          <a:bodyPr wrap="square">
            <a:spAutoFit/>
          </a:bodyPr>
          <a:lstStyle/>
          <a:p>
            <a:r>
              <a:rPr lang="ar-EG" sz="2400" b="1" dirty="0"/>
              <a:t>The password </a:t>
            </a:r>
            <a:r>
              <a:rPr lang="ar-EG" sz="2400" b="1" dirty="0" err="1"/>
              <a:t>is</a:t>
            </a:r>
            <a:r>
              <a:rPr lang="ar-EG" sz="2400" b="1" dirty="0"/>
              <a:t> </a:t>
            </a:r>
            <a:r>
              <a:rPr lang="ar-EG" sz="2400" dirty="0">
                <a:solidFill>
                  <a:srgbClr val="FF0000"/>
                </a:solidFill>
              </a:rPr>
              <a:t>wbWdlBxEir4CaE8LaPhauuOo6pwRmrDw</a:t>
            </a:r>
          </a:p>
        </p:txBody>
      </p:sp>
    </p:spTree>
    <p:extLst>
      <p:ext uri="{BB962C8B-B14F-4D97-AF65-F5344CB8AC3E}">
        <p14:creationId xmlns:p14="http://schemas.microsoft.com/office/powerpoint/2010/main" val="341679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그룹 5">
            <a:extLst>
              <a:ext uri="{FF2B5EF4-FFF2-40B4-BE49-F238E27FC236}">
                <a16:creationId xmlns:a16="http://schemas.microsoft.com/office/drawing/2014/main" id="{65AAB7AF-DB1F-4935-80EC-17FCE6FDC84A}"/>
              </a:ext>
            </a:extLst>
          </p:cNvPr>
          <p:cNvGrpSpPr/>
          <p:nvPr/>
        </p:nvGrpSpPr>
        <p:grpSpPr>
          <a:xfrm>
            <a:off x="6096000" y="2769507"/>
            <a:ext cx="6096000" cy="1318987"/>
            <a:chOff x="1" y="4959383"/>
            <a:chExt cx="12191999" cy="1318987"/>
          </a:xfrm>
        </p:grpSpPr>
        <p:sp>
          <p:nvSpPr>
            <p:cNvPr id="4" name="TextBox 3">
              <a:extLst>
                <a:ext uri="{FF2B5EF4-FFF2-40B4-BE49-F238E27FC236}">
                  <a16:creationId xmlns:a16="http://schemas.microsoft.com/office/drawing/2014/main" id="{1DF8EF26-7AD5-4E7F-95B3-9A57CF80C483}"/>
                </a:ext>
              </a:extLst>
            </p:cNvPr>
            <p:cNvSpPr txBox="1"/>
            <p:nvPr/>
          </p:nvSpPr>
          <p:spPr>
            <a:xfrm>
              <a:off x="1" y="4959383"/>
              <a:ext cx="12191999" cy="1015663"/>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6000" b="0" i="0" u="none" strike="noStrike" kern="1200" cap="none" spc="0" normalizeH="0" baseline="0" noProof="0" dirty="0">
                  <a:ln>
                    <a:noFill/>
                  </a:ln>
                  <a:solidFill>
                    <a:prstClr val="white"/>
                  </a:solidFill>
                  <a:effectLst/>
                  <a:uLnTx/>
                  <a:uFillTx/>
                  <a:latin typeface="Arial"/>
                  <a:ea typeface="맑은 고딕"/>
                  <a:cs typeface="Arial" pitchFamily="34" charset="0"/>
                </a:rPr>
                <a:t>THANK YOU</a:t>
              </a:r>
              <a:endParaRPr kumimoji="0" lang="ko-KR" altLang="en-US" sz="6000" b="0" i="0" u="none" strike="noStrike" kern="1200" cap="none" spc="0" normalizeH="0" baseline="0" noProof="0" dirty="0">
                <a:ln>
                  <a:noFill/>
                </a:ln>
                <a:solidFill>
                  <a:prstClr val="white"/>
                </a:solidFill>
                <a:effectLst/>
                <a:uLnTx/>
                <a:uFillTx/>
                <a:latin typeface="Arial"/>
                <a:ea typeface="맑은 고딕"/>
                <a:cs typeface="Arial" pitchFamily="34" charset="0"/>
              </a:endParaRPr>
            </a:p>
          </p:txBody>
        </p:sp>
        <p:sp>
          <p:nvSpPr>
            <p:cNvPr id="5" name="TextBox 4">
              <a:extLst>
                <a:ext uri="{FF2B5EF4-FFF2-40B4-BE49-F238E27FC236}">
                  <a16:creationId xmlns:a16="http://schemas.microsoft.com/office/drawing/2014/main" id="{BADEB2CA-D11F-4CA5-BC5A-6C38FF4BF392}"/>
                </a:ext>
              </a:extLst>
            </p:cNvPr>
            <p:cNvSpPr txBox="1"/>
            <p:nvPr/>
          </p:nvSpPr>
          <p:spPr>
            <a:xfrm>
              <a:off x="51" y="5898714"/>
              <a:ext cx="12191852" cy="379656"/>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67" b="0" i="0" u="none" strike="noStrike" kern="1200" cap="none" spc="0" normalizeH="0" baseline="0" noProof="0" dirty="0">
                <a:ln>
                  <a:noFill/>
                </a:ln>
                <a:solidFill>
                  <a:prstClr val="white"/>
                </a:solidFill>
                <a:effectLst/>
                <a:uLnTx/>
                <a:uFillTx/>
                <a:latin typeface="Arial"/>
                <a:ea typeface="맑은 고딕"/>
                <a:cs typeface="Arial" pitchFamily="34" charset="0"/>
              </a:endParaRPr>
            </a:p>
          </p:txBody>
        </p:sp>
      </p:grpSp>
    </p:spTree>
    <p:extLst>
      <p:ext uri="{BB962C8B-B14F-4D97-AF65-F5344CB8AC3E}">
        <p14:creationId xmlns:p14="http://schemas.microsoft.com/office/powerpoint/2010/main" val="821656516"/>
      </p:ext>
    </p:extLst>
  </p:cSld>
  <p:clrMapOvr>
    <a:masterClrMapping/>
  </p:clrMapOvr>
</p:sld>
</file>

<file path=ppt/theme/theme1.xml><?xml version="1.0" encoding="utf-8"?>
<a:theme xmlns:a="http://schemas.openxmlformats.org/drawingml/2006/main" name="Contents Slide Master">
  <a:themeElements>
    <a:clrScheme name="ALLPPT-116">
      <a:dk1>
        <a:srgbClr val="000000"/>
      </a:dk1>
      <a:lt1>
        <a:sysClr val="window" lastClr="FFFFFF"/>
      </a:lt1>
      <a:dk2>
        <a:srgbClr val="1F497D"/>
      </a:dk2>
      <a:lt2>
        <a:srgbClr val="EEECE1"/>
      </a:lt2>
      <a:accent1>
        <a:srgbClr val="07A398"/>
      </a:accent1>
      <a:accent2>
        <a:srgbClr val="0680C3"/>
      </a:accent2>
      <a:accent3>
        <a:srgbClr val="FBA200"/>
      </a:accent3>
      <a:accent4>
        <a:srgbClr val="E62601"/>
      </a:accent4>
      <a:accent5>
        <a:srgbClr val="2C2F45"/>
      </a:accent5>
      <a:accent6>
        <a:srgbClr val="7F7F7F"/>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ra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9935E573-C197-41A8-BCA1-5D5F62C560B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ver and End Slide Master">
  <a:themeElements>
    <a:clrScheme name="ALLPPT-116">
      <a:dk1>
        <a:srgbClr val="000000"/>
      </a:dk1>
      <a:lt1>
        <a:sysClr val="window" lastClr="FFFFFF"/>
      </a:lt1>
      <a:dk2>
        <a:srgbClr val="1F497D"/>
      </a:dk2>
      <a:lt2>
        <a:srgbClr val="EEECE1"/>
      </a:lt2>
      <a:accent1>
        <a:srgbClr val="07A398"/>
      </a:accent1>
      <a:accent2>
        <a:srgbClr val="0680C3"/>
      </a:accent2>
      <a:accent3>
        <a:srgbClr val="FBA200"/>
      </a:accent3>
      <a:accent4>
        <a:srgbClr val="E62601"/>
      </a:accent4>
      <a:accent5>
        <a:srgbClr val="2C2F45"/>
      </a:accent5>
      <a:accent6>
        <a:srgbClr val="7F7F7F"/>
      </a:accent6>
      <a:hlink>
        <a:srgbClr val="0000FF"/>
      </a:hlink>
      <a:folHlink>
        <a:srgbClr val="800080"/>
      </a:folHlink>
    </a:clrScheme>
    <a:fontScheme name="ALLPPT PONTS">
      <a:majorFont>
        <a:latin typeface="Arial"/>
        <a:ea typeface="Malgun Gothic"/>
        <a:cs typeface=""/>
      </a:majorFont>
      <a:minorFont>
        <a:latin typeface="Arial"/>
        <a:ea typeface="맑은 고딕"/>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4592</TotalTime>
  <Words>987</Words>
  <Application>Microsoft Office PowerPoint</Application>
  <PresentationFormat>Widescreen</PresentationFormat>
  <Paragraphs>42</Paragraphs>
  <Slides>17</Slides>
  <Notes>0</Notes>
  <HiddenSlides>0</HiddenSlides>
  <MMClips>0</MMClips>
  <ScaleCrop>false</ScaleCrop>
  <HeadingPairs>
    <vt:vector size="6" baseType="variant">
      <vt:variant>
        <vt:lpstr>Fonts Used</vt:lpstr>
      </vt:variant>
      <vt:variant>
        <vt:i4>13</vt:i4>
      </vt:variant>
      <vt:variant>
        <vt:lpstr>Theme</vt:lpstr>
      </vt:variant>
      <vt:variant>
        <vt:i4>4</vt:i4>
      </vt:variant>
      <vt:variant>
        <vt:lpstr>Slide Titles</vt:lpstr>
      </vt:variant>
      <vt:variant>
        <vt:i4>17</vt:i4>
      </vt:variant>
    </vt:vector>
  </HeadingPairs>
  <TitlesOfParts>
    <vt:vector size="34" baseType="lpstr">
      <vt:lpstr>Arial</vt:lpstr>
      <vt:lpstr>Arial Unicode MS</vt:lpstr>
      <vt:lpstr>Calibri</vt:lpstr>
      <vt:lpstr>Calibri Light</vt:lpstr>
      <vt:lpstr>Corbel</vt:lpstr>
      <vt:lpstr>Inconsolata</vt:lpstr>
      <vt:lpstr>Pontano Sans</vt:lpstr>
      <vt:lpstr>Raleway</vt:lpstr>
      <vt:lpstr>Roboto</vt:lpstr>
      <vt:lpstr>sohne</vt:lpstr>
      <vt:lpstr>Source Sans 3</vt:lpstr>
      <vt:lpstr>source-serif-pro</vt:lpstr>
      <vt:lpstr>Wingdings 2</vt:lpstr>
      <vt:lpstr>Contents Slide Master</vt:lpstr>
      <vt:lpstr>Frame</vt:lpstr>
      <vt:lpstr>Office Theme</vt:lpstr>
      <vt:lpstr>Cover and End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Ibrahim Hassaan</dc:creator>
  <cp:lastModifiedBy>ganna salah</cp:lastModifiedBy>
  <cp:revision>50</cp:revision>
  <dcterms:created xsi:type="dcterms:W3CDTF">2024-01-24T21:29:27Z</dcterms:created>
  <dcterms:modified xsi:type="dcterms:W3CDTF">2026-04-06T09:42:10Z</dcterms:modified>
</cp:coreProperties>
</file>