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048" y="1542402"/>
            <a:ext cx="3890131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🐧 LINUX COMMANDS 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4155"/>
            <a:ext cx="1886210" cy="2174333"/>
            <a:chOff x="-305" y="-4155"/>
            <a:chExt cx="2514948" cy="2174333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264295" y="4683666"/>
            <a:ext cx="1886211" cy="2174333"/>
            <a:chOff x="-305" y="-4155"/>
            <a:chExt cx="2514948" cy="2174333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1️⃣ ls - List Directory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Displays files and folders in current directory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ls [options]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Common Options:</a:t>
            </a:r>
          </a:p>
          <a:p>
            <a:r>
              <a:rPr lang="en-US" sz="1600">
                <a:solidFill>
                  <a:schemeClr val="tx2"/>
                </a:solidFill>
              </a:rPr>
              <a:t>-l  → Long listing (permissions, owner, size, date)</a:t>
            </a:r>
          </a:p>
          <a:p>
            <a:r>
              <a:rPr lang="en-US" sz="1600">
                <a:solidFill>
                  <a:schemeClr val="tx2"/>
                </a:solidFill>
              </a:rPr>
              <a:t>-a  → Show hidden files (.bashrc etc)</a:t>
            </a:r>
          </a:p>
          <a:p>
            <a:r>
              <a:rPr lang="en-US" sz="1600">
                <a:solidFill>
                  <a:schemeClr val="tx2"/>
                </a:solidFill>
              </a:rPr>
              <a:t>-lh → Human readable sizes (KB/MB/GB)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ls -l        # Shows detailed file info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ls -la       # Shows ALL files including hidden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ls -lh Docs/ # Shows readable sizes inside Docs folder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2️⃣ cd - Change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Navigate between directories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cd [path]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cd /var/log      # Go to absolute path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cd ..            # Move up one directory level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cd ~             # Go to home directory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cd -             # Return to previous directory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3️⃣ pwd - Print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Shows full path of current directory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pwd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# Output: /home/user/Documents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4️⃣ touch - Create Empty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r>
              <a:rPr lang="en-US" sz="1600">
                <a:solidFill>
                  <a:schemeClr val="tx2"/>
                </a:solidFill>
              </a:rPr>
              <a:t>Creates empty file</a:t>
            </a:r>
          </a:p>
          <a:p>
            <a:r>
              <a:rPr lang="en-US" sz="1600">
                <a:solidFill>
                  <a:schemeClr val="tx2"/>
                </a:solidFill>
              </a:rPr>
              <a:t>Updates timestamp if file exists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touch notes.txt        # Creates empty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touch script.sh        # Creates script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touch a.txt b.txt      # Creates multiple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5️⃣ cat - Create &amp; View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r>
              <a:rPr lang="en-US" sz="1600">
                <a:solidFill>
                  <a:schemeClr val="tx2"/>
                </a:solidFill>
              </a:rPr>
              <a:t>View file content</a:t>
            </a:r>
          </a:p>
          <a:p>
            <a:r>
              <a:rPr lang="en-US" sz="1600">
                <a:solidFill>
                  <a:schemeClr val="tx2"/>
                </a:solidFill>
              </a:rPr>
              <a:t>Create file with input</a:t>
            </a:r>
          </a:p>
          <a:p>
            <a:r>
              <a:rPr lang="en-US" sz="1600">
                <a:solidFill>
                  <a:schemeClr val="tx2"/>
                </a:solidFill>
              </a:rPr>
              <a:t>Combine files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cat file.txt                         # Display file content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cat &gt; new.txt       # Create file (Ctrl+D to save)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cat f1.txt f2.txt &gt; out.txt              # Merge files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cat -n file.txt                    # Show line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6️⃣ nano &amp; vim - Text Editors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nano:</a:t>
            </a:r>
          </a:p>
          <a:p>
            <a:r>
              <a:rPr lang="en-US" sz="1600">
                <a:solidFill>
                  <a:schemeClr val="tx2"/>
                </a:solidFill>
              </a:rPr>
              <a:t>Beginner friendly editor</a:t>
            </a:r>
          </a:p>
          <a:p>
            <a:r>
              <a:rPr lang="en-US" sz="1600">
                <a:solidFill>
                  <a:schemeClr val="tx2"/>
                </a:solidFill>
              </a:rPr>
              <a:t>Commands shown at bottom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nano script.sh   # Edit file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vim:</a:t>
            </a:r>
          </a:p>
          <a:p>
            <a:r>
              <a:rPr lang="en-US" sz="1600">
                <a:solidFill>
                  <a:schemeClr val="tx2"/>
                </a:solidFill>
              </a:rPr>
              <a:t>Advanced powerful editor</a:t>
            </a:r>
          </a:p>
          <a:p>
            <a:r>
              <a:rPr lang="en-US" sz="1600">
                <a:solidFill>
                  <a:schemeClr val="tx2"/>
                </a:solidFill>
              </a:rPr>
              <a:t>Modes (insert, command)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vim config.txt   # Edit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# In vim: :wq saves and exits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7️⃣ cp - Copy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Copy files and directories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Syntax: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cp [options] source destination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cp file1 file2                                 # Copy &amp; rename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cp file /backup/                             # Copy to folder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cp -r Dir/ Backup/    # Copy directory recursively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cp -i file backup/               # Ask before overwrite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8️⃣ mv - Move / Rename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Move files between folders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Rename files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mv old.txt new.txt      # Rename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mv file.txt /Docs/      # Move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mv *.txt folder/        # Move multiple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9️⃣ rm - Remove Files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Delete files permanently (no recycle bin)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rm file.txt        # Delete file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rm -i file.txt     # Confirm before delete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rm -r folder/      # Delete directory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rm -f file.txt     # Force delete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⚠ NEVER RUN: rm -rf 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🔟 mkdir - Create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Create new folders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mkdir projects           # Create folder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mkdir -p a/b/c           # Create nested folders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mkdir dir1 dir2 dir3     # Create multiple folders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1️⃣1️⃣ head - View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Show first lines of file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head file.txt         # First 10 lines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head -n 20 file.txt   # First 20 lines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head -5 *.txt         # First 5 lines of all txt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1️⃣2️⃣ tail - View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Show last lines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Monitor live logs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tail file.txt          # Last 10 lines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tail -n 50 file.txt    # Last 50 lines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tail -f log.txt        # Live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1️⃣3️⃣ grep - Search Text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Purpose: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• Search text patterns inside files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Common Options:</a:t>
            </a:r>
          </a:p>
          <a:p>
            <a:r>
              <a:rPr lang="en-US" sz="1600">
                <a:solidFill>
                  <a:schemeClr val="tx2"/>
                </a:solidFill>
              </a:rPr>
              <a:t>-i → Ignore case</a:t>
            </a:r>
          </a:p>
          <a:p>
            <a:r>
              <a:rPr lang="en-US" sz="1600">
                <a:solidFill>
                  <a:schemeClr val="tx2"/>
                </a:solidFill>
              </a:rPr>
              <a:t>-r → Recursive search</a:t>
            </a:r>
          </a:p>
          <a:p>
            <a:r>
              <a:rPr lang="en-US" sz="1600">
                <a:solidFill>
                  <a:schemeClr val="tx2"/>
                </a:solidFill>
              </a:rPr>
              <a:t>-n → Show line numbers</a:t>
            </a:r>
          </a:p>
          <a:p>
            <a:r>
              <a:rPr lang="en-US" sz="1600">
                <a:solidFill>
                  <a:schemeClr val="tx2"/>
                </a:solidFill>
              </a:rPr>
              <a:t>-v → Invert match</a:t>
            </a:r>
          </a:p>
          <a:p>
            <a:pPr marL="0" indent="0">
              <a:buNone/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Examples: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grep 'error' log.txt        # Find word error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grep -i 'warning' log.txt   # Case-insensitive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grep -r 'TODO' ~/projects   # Search in folder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ps aux | grep python        # Find running python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System Information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ps          # Show processes</a:t>
            </a:r>
          </a:p>
          <a:p>
            <a:r>
              <a:rPr lang="en-US" sz="1600">
                <a:solidFill>
                  <a:schemeClr val="tx2"/>
                </a:solidFill>
              </a:rPr>
              <a:t>ps aux      # Show all processes</a:t>
            </a:r>
          </a:p>
          <a:p>
            <a:r>
              <a:rPr lang="en-US" sz="1600">
                <a:solidFill>
                  <a:schemeClr val="tx2"/>
                </a:solidFill>
              </a:rPr>
              <a:t>whoami      # Show current user</a:t>
            </a:r>
          </a:p>
          <a:p>
            <a:r>
              <a:rPr lang="en-US" sz="1600">
                <a:solidFill>
                  <a:schemeClr val="tx2"/>
                </a:solidFill>
              </a:rPr>
              <a:t>uname -a    # Show OS details</a:t>
            </a:r>
          </a:p>
          <a:p>
            <a:r>
              <a:rPr lang="en-US" sz="1600">
                <a:solidFill>
                  <a:schemeClr val="tx2"/>
                </a:solidFill>
              </a:rPr>
              <a:t>df -h       # Show disk space (human readable)</a:t>
            </a:r>
          </a:p>
          <a:p>
            <a:r>
              <a:rPr lang="en-US" sz="1600">
                <a:solidFill>
                  <a:schemeClr val="tx2"/>
                </a:solidFill>
              </a:rPr>
              <a:t>du -sh Dir/ # Show folder size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Permissions &amp; 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sudo command      # Run as administrator</a:t>
            </a:r>
          </a:p>
          <a:p>
            <a:r>
              <a:rPr lang="en-US" sz="1600">
                <a:solidFill>
                  <a:schemeClr val="tx2"/>
                </a:solidFill>
              </a:rPr>
              <a:t>sudo apt update   # Update packages</a:t>
            </a:r>
          </a:p>
          <a:p>
            <a:r>
              <a:rPr lang="en-US" sz="1600">
                <a:solidFill>
                  <a:schemeClr val="tx2"/>
                </a:solidFill>
              </a:rPr>
              <a:t>chmod +x file     # Make executable</a:t>
            </a:r>
          </a:p>
          <a:p>
            <a:r>
              <a:rPr lang="en-US" sz="1600">
                <a:solidFill>
                  <a:schemeClr val="tx2"/>
                </a:solidFill>
              </a:rPr>
              <a:t>chmod 755 file    # rwxr-xr-x permissions</a:t>
            </a:r>
          </a:p>
          <a:p>
            <a:r>
              <a:rPr lang="en-US" sz="1600">
                <a:solidFill>
                  <a:schemeClr val="tx2"/>
                </a:solidFill>
              </a:rPr>
              <a:t>su user           # Switch user</a:t>
            </a:r>
          </a:p>
          <a:p>
            <a:r>
              <a:rPr lang="en-US" sz="1600">
                <a:solidFill>
                  <a:schemeClr val="tx2"/>
                </a:solidFill>
              </a:rPr>
              <a:t>passwd            # Change password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chemeClr val="tx2"/>
                </a:solidFill>
              </a:rPr>
              <a:t>Command Help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man ls         # Full manual page</a:t>
            </a:r>
          </a:p>
          <a:p>
            <a:r>
              <a:rPr lang="en-US" sz="1600">
                <a:solidFill>
                  <a:schemeClr val="tx2"/>
                </a:solidFill>
              </a:rPr>
              <a:t>whatis grep    # One-line description</a:t>
            </a:r>
          </a:p>
          <a:p>
            <a:r>
              <a:rPr lang="en-US" sz="1600">
                <a:solidFill>
                  <a:schemeClr val="tx2"/>
                </a:solidFill>
              </a:rPr>
              <a:t>which python   # Show command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Utility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echo 'Hello'           # Print text</a:t>
            </a:r>
          </a:p>
          <a:p>
            <a:r>
              <a:rPr lang="en-US" sz="1600">
                <a:solidFill>
                  <a:schemeClr val="tx2"/>
                </a:solidFill>
              </a:rPr>
              <a:t>echo $HOME             # Show variable</a:t>
            </a:r>
          </a:p>
          <a:p>
            <a:r>
              <a:rPr lang="en-US" sz="1600">
                <a:solidFill>
                  <a:schemeClr val="tx2"/>
                </a:solidFill>
              </a:rPr>
              <a:t>history                # Show command history</a:t>
            </a:r>
          </a:p>
          <a:p>
            <a:r>
              <a:rPr lang="en-US" sz="1600">
                <a:solidFill>
                  <a:schemeClr val="tx2"/>
                </a:solidFill>
              </a:rPr>
              <a:t>!!                     # Repeat last command</a:t>
            </a:r>
          </a:p>
          <a:p>
            <a:r>
              <a:rPr lang="en-US" sz="1600">
                <a:solidFill>
                  <a:schemeClr val="tx2"/>
                </a:solidFill>
              </a:rPr>
              <a:t>date                   # Show date/time</a:t>
            </a:r>
          </a:p>
          <a:p>
            <a:r>
              <a:rPr lang="en-US" sz="1600">
                <a:solidFill>
                  <a:schemeClr val="tx2"/>
                </a:solidFill>
              </a:rPr>
              <a:t>cal                    # Show calendar</a:t>
            </a:r>
          </a:p>
          <a:p>
            <a:r>
              <a:rPr lang="en-US" sz="1600">
                <a:solidFill>
                  <a:schemeClr val="tx2"/>
                </a:solidFill>
              </a:rPr>
              <a:t>clear                  # Clear terminal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Pipes (|) - Command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ls -la | grep '.txt'     # Filter text files</a:t>
            </a:r>
          </a:p>
          <a:p>
            <a:r>
              <a:rPr lang="en-US" sz="1600">
                <a:solidFill>
                  <a:schemeClr val="tx2"/>
                </a:solidFill>
              </a:rPr>
              <a:t>history | grep git       # Search history</a:t>
            </a:r>
          </a:p>
          <a:p>
            <a:r>
              <a:rPr lang="en-US" sz="1600">
                <a:solidFill>
                  <a:schemeClr val="tx2"/>
                </a:solidFill>
              </a:rPr>
              <a:t>cat log | head -20       # First 20 lines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Redirection (&gt; &gt;&gt;)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ls &gt; list.txt            # Save output (overwrite)</a:t>
            </a:r>
          </a:p>
          <a:p>
            <a:r>
              <a:rPr lang="en-US" sz="1600">
                <a:solidFill>
                  <a:schemeClr val="tx2"/>
                </a:solidFill>
              </a:rPr>
              <a:t>date &gt;&gt; log.txt          # Append to file</a:t>
            </a:r>
          </a:p>
          <a:p>
            <a:r>
              <a:rPr lang="en-US" sz="1600">
                <a:solidFill>
                  <a:schemeClr val="tx2"/>
                </a:solidFill>
              </a:rPr>
              <a:t>sort &lt; file.txt          # Use file as input</a:t>
            </a:r>
          </a:p>
          <a:p>
            <a:r>
              <a:rPr lang="en-US" sz="1600">
                <a:solidFill>
                  <a:schemeClr val="tx2"/>
                </a:solidFill>
              </a:rPr>
              <a:t>command &gt; out.txt 2&gt;&amp;1   # Save output + errors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Summary Table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2"/>
                </a:solidFill>
              </a:rPr>
              <a:t>Navigation: ls, cd, pwd</a:t>
            </a:r>
          </a:p>
          <a:p>
            <a:r>
              <a:rPr lang="en-US" sz="1700">
                <a:solidFill>
                  <a:schemeClr val="tx2"/>
                </a:solidFill>
              </a:rPr>
              <a:t>File Creation: touch, cat, nano</a:t>
            </a:r>
          </a:p>
          <a:p>
            <a:r>
              <a:rPr lang="en-US" sz="1700">
                <a:solidFill>
                  <a:schemeClr val="tx2"/>
                </a:solidFill>
              </a:rPr>
              <a:t>Operations: cp, mv, rm, mkdir</a:t>
            </a:r>
          </a:p>
          <a:p>
            <a:r>
              <a:rPr lang="en-US" sz="1700">
                <a:solidFill>
                  <a:schemeClr val="tx2"/>
                </a:solidFill>
              </a:rPr>
              <a:t>Search: grep</a:t>
            </a:r>
          </a:p>
          <a:p>
            <a:r>
              <a:rPr lang="en-US" sz="1700">
                <a:solidFill>
                  <a:schemeClr val="tx2"/>
                </a:solidFill>
              </a:rPr>
              <a:t>System: ps, df, du</a:t>
            </a:r>
          </a:p>
          <a:p>
            <a:r>
              <a:rPr lang="en-US" sz="1700">
                <a:solidFill>
                  <a:schemeClr val="tx2"/>
                </a:solidFill>
              </a:rPr>
              <a:t>Permissions: sudo, chmod</a:t>
            </a:r>
          </a:p>
          <a:p>
            <a:r>
              <a:rPr lang="en-US" sz="1700">
                <a:solidFill>
                  <a:schemeClr val="tx2"/>
                </a:solidFill>
              </a:rPr>
              <a:t>Help: man, whatis, which</a:t>
            </a:r>
          </a:p>
          <a:p>
            <a:r>
              <a:rPr lang="en-US" sz="1700">
                <a:solidFill>
                  <a:schemeClr val="tx2"/>
                </a:solidFill>
              </a:rPr>
              <a:t>Advanced: | , &gt; , 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995</Words>
  <Application>Microsoft Office PowerPoint</Application>
  <PresentationFormat>On-screen Show (4:3)</PresentationFormat>
  <Paragraphs>187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🐧 LINUX COMMANDS </vt:lpstr>
      <vt:lpstr>1️⃣ ls - List Directory Contents</vt:lpstr>
      <vt:lpstr>2️⃣ cd - Change Directory</vt:lpstr>
      <vt:lpstr>3️⃣ pwd - Print Working Directory</vt:lpstr>
      <vt:lpstr>4️⃣ touch - Create Empty Files</vt:lpstr>
      <vt:lpstr>5️⃣ cat - Create &amp; View Files</vt:lpstr>
      <vt:lpstr>6️⃣ nano &amp; vim - Text Editors</vt:lpstr>
      <vt:lpstr>7️⃣ cp - Copy Files</vt:lpstr>
      <vt:lpstr>8️⃣ mv - Move / Rename</vt:lpstr>
      <vt:lpstr>9️⃣ rm - Remove Files ⚠️</vt:lpstr>
      <vt:lpstr>🔟 mkdir - Create Directory</vt:lpstr>
      <vt:lpstr>1️⃣1️⃣ head - View Beginning</vt:lpstr>
      <vt:lpstr>1️⃣2️⃣ tail - View End</vt:lpstr>
      <vt:lpstr>1️⃣3️⃣ grep - Search Text ⭐</vt:lpstr>
      <vt:lpstr>System Information Commands</vt:lpstr>
      <vt:lpstr>Permissions &amp; User Management</vt:lpstr>
      <vt:lpstr>Command Help &amp; Documentation</vt:lpstr>
      <vt:lpstr>Utility Commands</vt:lpstr>
      <vt:lpstr>Pipes (|) - Command Chaining</vt:lpstr>
      <vt:lpstr>Redirection (&gt; &gt;&gt;)</vt:lpstr>
      <vt:lpstr>Summary Table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ganna salah</cp:lastModifiedBy>
  <cp:revision>6</cp:revision>
  <dcterms:created xsi:type="dcterms:W3CDTF">2013-01-27T09:14:16Z</dcterms:created>
  <dcterms:modified xsi:type="dcterms:W3CDTF">2026-02-14T03:37:50Z</dcterms:modified>
  <cp:category/>
</cp:coreProperties>
</file>